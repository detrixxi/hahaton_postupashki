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Funnel Sans" panose="020B0604020202020204" charset="0"/>
      <p:regular r:id="rId21"/>
    </p:embeddedFont>
    <p:embeddedFont>
      <p:font typeface="Funnel Sans Bold" panose="020B0604020202020204" charset="0"/>
      <p:regular r:id="rId22"/>
    </p:embeddedFont>
    <p:embeddedFont>
      <p:font typeface="Mona Sans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6E7F"/>
    <a:srgbClr val="F97316"/>
    <a:srgbClr val="FDCBA9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алентина Пятерева" userId="03f0d2609ae21e3a" providerId="LiveId" clId="{4AFA0C11-5126-4CCB-A2FF-B4C1F2374648}"/>
    <pc:docChg chg="undo redo custSel modSld">
      <pc:chgData name="Валентина Пятерева" userId="03f0d2609ae21e3a" providerId="LiveId" clId="{4AFA0C11-5126-4CCB-A2FF-B4C1F2374648}" dt="2026-09-12T20:00:42.262" v="2400" actId="208"/>
      <pc:docMkLst>
        <pc:docMk/>
      </pc:docMkLst>
      <pc:sldChg chg="addSp delSp modSp mod">
        <pc:chgData name="Валентина Пятерева" userId="03f0d2609ae21e3a" providerId="LiveId" clId="{4AFA0C11-5126-4CCB-A2FF-B4C1F2374648}" dt="2026-09-12T20:00:42.262" v="2400" actId="208"/>
        <pc:sldMkLst>
          <pc:docMk/>
          <pc:sldMk cId="0" sldId="256"/>
        </pc:sldMkLst>
        <pc:spChg chg="mod">
          <ac:chgData name="Валентина Пятерева" userId="03f0d2609ae21e3a" providerId="LiveId" clId="{4AFA0C11-5126-4CCB-A2FF-B4C1F2374648}" dt="2026-09-12T16:12:52.446" v="132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1:54.656" v="225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4:34.651" v="213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5:47.862" v="2323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4:54.177" v="2311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20:00:08.989" v="2395" actId="1076"/>
          <ac:spMkLst>
            <pc:docMk/>
            <pc:sldMk cId="0" sldId="256"/>
            <ac:spMk id="27" creationId="{00000000-0000-0000-0000-000000000000}"/>
          </ac:spMkLst>
        </pc:spChg>
        <pc:spChg chg="del mod">
          <ac:chgData name="Валентина Пятерева" userId="03f0d2609ae21e3a" providerId="LiveId" clId="{4AFA0C11-5126-4CCB-A2FF-B4C1F2374648}" dt="2026-09-12T16:14:45.859" v="260" actId="478"/>
          <ac:spMkLst>
            <pc:docMk/>
            <pc:sldMk cId="0" sldId="256"/>
            <ac:spMk id="28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6:12:52.446" v="132" actId="403"/>
          <ac:spMkLst>
            <pc:docMk/>
            <pc:sldMk cId="0" sldId="256"/>
            <ac:spMk id="29" creationId="{6D57AFC0-372E-4876-B0B1-3529E5AA21B9}"/>
          </ac:spMkLst>
        </pc:spChg>
        <pc:spChg chg="add mod">
          <ac:chgData name="Валентина Пятерева" userId="03f0d2609ae21e3a" providerId="LiveId" clId="{4AFA0C11-5126-4CCB-A2FF-B4C1F2374648}" dt="2026-09-12T20:00:42.262" v="2400" actId="208"/>
          <ac:spMkLst>
            <pc:docMk/>
            <pc:sldMk cId="0" sldId="256"/>
            <ac:spMk id="30" creationId="{5648E738-CD12-4FE0-B6A4-9991D882136E}"/>
          </ac:spMkLst>
        </pc:spChg>
        <pc:spChg chg="add mod">
          <ac:chgData name="Валентина Пятерева" userId="03f0d2609ae21e3a" providerId="LiveId" clId="{4AFA0C11-5126-4CCB-A2FF-B4C1F2374648}" dt="2026-09-12T20:00:30.091" v="2399" actId="14100"/>
          <ac:spMkLst>
            <pc:docMk/>
            <pc:sldMk cId="0" sldId="256"/>
            <ac:spMk id="31" creationId="{77E3AB86-E7B1-4151-9BAB-A59F28F3454C}"/>
          </ac:spMkLst>
        </pc:spChg>
        <pc:spChg chg="add mod">
          <ac:chgData name="Валентина Пятерева" userId="03f0d2609ae21e3a" providerId="LiveId" clId="{4AFA0C11-5126-4CCB-A2FF-B4C1F2374648}" dt="2026-09-12T19:45:07.547" v="2316" actId="571"/>
          <ac:spMkLst>
            <pc:docMk/>
            <pc:sldMk cId="0" sldId="256"/>
            <ac:spMk id="32" creationId="{CC3FDCC9-FEE9-42BE-A9B7-230364AAE9DB}"/>
          </ac:spMkLst>
        </pc:spChg>
        <pc:picChg chg="mod">
          <ac:chgData name="Валентина Пятерева" userId="03f0d2609ae21e3a" providerId="LiveId" clId="{4AFA0C11-5126-4CCB-A2FF-B4C1F2374648}" dt="2026-09-12T19:45:47.862" v="2323" actId="1076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5:47.862" v="2323" actId="1076"/>
          <ac:picMkLst>
            <pc:docMk/>
            <pc:sldMk cId="0" sldId="256"/>
            <ac:picMk id="12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5:47.862" v="2323" actId="1076"/>
          <ac:picMkLst>
            <pc:docMk/>
            <pc:sldMk cId="0" sldId="256"/>
            <ac:picMk id="1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5:47.862" v="2323" actId="1076"/>
          <ac:picMkLst>
            <pc:docMk/>
            <pc:sldMk cId="0" sldId="256"/>
            <ac:picMk id="22" creationId="{00000000-0000-0000-0000-000000000000}"/>
          </ac:picMkLst>
        </pc:picChg>
        <pc:picChg chg="mod modCrop">
          <ac:chgData name="Валентина Пятерева" userId="03f0d2609ae21e3a" providerId="LiveId" clId="{4AFA0C11-5126-4CCB-A2FF-B4C1F2374648}" dt="2026-09-12T20:00:25.063" v="2398" actId="14100"/>
          <ac:picMkLst>
            <pc:docMk/>
            <pc:sldMk cId="0" sldId="256"/>
            <ac:picMk id="26" creationId="{00000000-0000-0000-0000-000000000000}"/>
          </ac:picMkLst>
        </pc:picChg>
      </pc:sldChg>
      <pc:sldChg chg="addSp delSp modSp mod">
        <pc:chgData name="Валентина Пятерева" userId="03f0d2609ae21e3a" providerId="LiveId" clId="{4AFA0C11-5126-4CCB-A2FF-B4C1F2374648}" dt="2026-09-12T19:51:04.886" v="2387" actId="208"/>
        <pc:sldMkLst>
          <pc:docMk/>
          <pc:sldMk cId="0" sldId="257"/>
        </pc:sldMkLst>
        <pc:spChg chg="mod">
          <ac:chgData name="Валентина Пятерева" userId="03f0d2609ae21e3a" providerId="LiveId" clId="{4AFA0C11-5126-4CCB-A2FF-B4C1F2374648}" dt="2026-09-12T17:22:12.298" v="2119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8.897" v="2061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9:53.062" v="2089" actId="403"/>
          <ac:spMkLst>
            <pc:docMk/>
            <pc:sldMk cId="0" sldId="257"/>
            <ac:spMk id="2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39.533" v="2065" actId="403"/>
          <ac:spMkLst>
            <pc:docMk/>
            <pc:sldMk cId="0" sldId="257"/>
            <ac:spMk id="2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5:11.932" v="2149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2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6" creationId="{00000000-0000-0000-0000-000000000000}"/>
          </ac:spMkLst>
        </pc:spChg>
        <pc:spChg chg="add mod ord">
          <ac:chgData name="Валентина Пятерева" userId="03f0d2609ae21e3a" providerId="LiveId" clId="{4AFA0C11-5126-4CCB-A2FF-B4C1F2374648}" dt="2026-09-12T17:17:27.014" v="2060" actId="1076"/>
          <ac:spMkLst>
            <pc:docMk/>
            <pc:sldMk cId="0" sldId="257"/>
            <ac:spMk id="37" creationId="{1BA2C27D-A9C9-4C91-83E3-A614BB339131}"/>
          </ac:spMkLst>
        </pc:spChg>
        <pc:graphicFrameChg chg="mod modGraphic">
          <ac:chgData name="Валентина Пятерева" userId="03f0d2609ae21e3a" providerId="LiveId" clId="{4AFA0C11-5126-4CCB-A2FF-B4C1F2374648}" dt="2026-09-12T17:17:27.014" v="2060" actId="1076"/>
          <ac:graphicFrameMkLst>
            <pc:docMk/>
            <pc:sldMk cId="0" sldId="257"/>
            <ac:graphicFrameMk id="20" creationId="{00000000-0000-0000-0000-000000000000}"/>
          </ac:graphicFrameMkLst>
        </pc:graphicFrameChg>
        <pc:graphicFrameChg chg="mod modGraphic">
          <ac:chgData name="Валентина Пятерева" userId="03f0d2609ae21e3a" providerId="LiveId" clId="{4AFA0C11-5126-4CCB-A2FF-B4C1F2374648}" dt="2026-09-12T17:35:00.993" v="2237" actId="114"/>
          <ac:graphicFrameMkLst>
            <pc:docMk/>
            <pc:sldMk cId="0" sldId="257"/>
            <ac:graphicFrameMk id="23" creationId="{00000000-0000-0000-0000-000000000000}"/>
          </ac:graphicFrameMkLst>
        </pc:graphicFrameChg>
        <pc:picChg chg="mod">
          <ac:chgData name="Валентина Пятерева" userId="03f0d2609ae21e3a" providerId="LiveId" clId="{4AFA0C11-5126-4CCB-A2FF-B4C1F2374648}" dt="2026-09-12T19:51:04.886" v="2387" actId="208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1:04.886" v="2387" actId="208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1:04.886" v="2387" actId="208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1:04.886" v="2387" actId="208"/>
          <ac:picMkLst>
            <pc:docMk/>
            <pc:sldMk cId="0" sldId="257"/>
            <ac:picMk id="13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1:04.886" v="2387" actId="208"/>
          <ac:picMkLst>
            <pc:docMk/>
            <pc:sldMk cId="0" sldId="257"/>
            <ac:picMk id="16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7:17:27.014" v="2060" actId="1076"/>
          <ac:picMkLst>
            <pc:docMk/>
            <pc:sldMk cId="0" sldId="257"/>
            <ac:picMk id="2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7:17:27.014" v="2060" actId="1076"/>
          <ac:picMkLst>
            <pc:docMk/>
            <pc:sldMk cId="0" sldId="257"/>
            <ac:picMk id="31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7:17:27.014" v="2060" actId="1076"/>
          <ac:picMkLst>
            <pc:docMk/>
            <pc:sldMk cId="0" sldId="257"/>
            <ac:picMk id="35" creationId="{00000000-0000-0000-0000-000000000000}"/>
          </ac:picMkLst>
        </pc:picChg>
        <pc:picChg chg="add del">
          <ac:chgData name="Валентина Пятерева" userId="03f0d2609ae21e3a" providerId="LiveId" clId="{4AFA0C11-5126-4CCB-A2FF-B4C1F2374648}" dt="2026-09-12T16:19:27.112" v="429"/>
          <ac:picMkLst>
            <pc:docMk/>
            <pc:sldMk cId="0" sldId="257"/>
            <ac:picMk id="38" creationId="{AEF9F528-57E7-45A4-A93B-C37E415F76E0}"/>
          </ac:picMkLst>
        </pc:picChg>
      </pc:sldChg>
      <pc:sldChg chg="addSp delSp modSp mod">
        <pc:chgData name="Валентина Пятерева" userId="03f0d2609ae21e3a" providerId="LiveId" clId="{4AFA0C11-5126-4CCB-A2FF-B4C1F2374648}" dt="2026-09-12T19:50:51.970" v="2386" actId="208"/>
        <pc:sldMkLst>
          <pc:docMk/>
          <pc:sldMk cId="0" sldId="258"/>
        </pc:sldMkLst>
        <pc:spChg chg="mod">
          <ac:chgData name="Валентина Пятерева" userId="03f0d2609ae21e3a" providerId="LiveId" clId="{4AFA0C11-5126-4CCB-A2FF-B4C1F2374648}" dt="2026-09-12T17:22:07.889" v="2118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3:10.588" v="1968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0:03.525" v="2091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2:54.348" v="1953" actId="103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5:22.614" v="2151" actId="20577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6:18:26.978" v="417" actId="403"/>
          <ac:spMkLst>
            <pc:docMk/>
            <pc:sldMk cId="0" sldId="258"/>
            <ac:spMk id="22" creationId="{3C0DB4B6-EFCF-4194-ABD8-F46A02F75EBE}"/>
          </ac:spMkLst>
        </pc:spChg>
        <pc:picChg chg="mod modCrop">
          <ac:chgData name="Валентина Пятерева" userId="03f0d2609ae21e3a" providerId="LiveId" clId="{4AFA0C11-5126-4CCB-A2FF-B4C1F2374648}" dt="2026-09-12T17:13:06.821" v="1967" actId="14100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51.970" v="2386" actId="208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51.970" v="2386" actId="208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51.970" v="2386" actId="208"/>
          <ac:picMkLst>
            <pc:docMk/>
            <pc:sldMk cId="0" sldId="258"/>
            <ac:picMk id="13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51.970" v="2386" actId="208"/>
          <ac:picMkLst>
            <pc:docMk/>
            <pc:sldMk cId="0" sldId="258"/>
            <ac:picMk id="16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51.970" v="2386" actId="208"/>
          <ac:picMkLst>
            <pc:docMk/>
            <pc:sldMk cId="0" sldId="258"/>
            <ac:picMk id="19" creationId="{00000000-0000-0000-0000-000000000000}"/>
          </ac:picMkLst>
        </pc:picChg>
        <pc:picChg chg="add del">
          <ac:chgData name="Валентина Пятерева" userId="03f0d2609ae21e3a" providerId="LiveId" clId="{4AFA0C11-5126-4CCB-A2FF-B4C1F2374648}" dt="2026-09-12T16:19:37.586" v="432" actId="478"/>
          <ac:picMkLst>
            <pc:docMk/>
            <pc:sldMk cId="0" sldId="258"/>
            <ac:picMk id="23" creationId="{7DBBA0EB-D141-4698-B5B5-2DBB94D81E05}"/>
          </ac:picMkLst>
        </pc:picChg>
      </pc:sldChg>
      <pc:sldChg chg="addSp modSp mod">
        <pc:chgData name="Валентина Пятерева" userId="03f0d2609ae21e3a" providerId="LiveId" clId="{4AFA0C11-5126-4CCB-A2FF-B4C1F2374648}" dt="2026-09-12T19:50:42.218" v="2385" actId="208"/>
        <pc:sldMkLst>
          <pc:docMk/>
          <pc:sldMk cId="0" sldId="259"/>
        </pc:sldMkLst>
        <pc:spChg chg="mod">
          <ac:chgData name="Валентина Пятерева" userId="03f0d2609ae21e3a" providerId="LiveId" clId="{4AFA0C11-5126-4CCB-A2FF-B4C1F2374648}" dt="2026-09-12T17:22:23.100" v="2121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50.467" v="2052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42.691" v="2049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42.691" v="2049" actId="10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42.691" v="2049" actId="10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42.691" v="2049" actId="10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3:19.938" v="704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3:01.108" v="691" actId="10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3:19.938" v="704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3:01.108" v="691" actId="10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54.345" v="2053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6:19.895" v="2027" actId="1076"/>
          <ac:spMkLst>
            <pc:docMk/>
            <pc:sldMk cId="0" sldId="259"/>
            <ac:spMk id="18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38:08.017" v="2239" actId="16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5:53.776" v="2021" actId="10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4:45.396" v="793" actId="103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5:30.624" v="2152" actId="11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4:45.396" v="793" actId="103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4:45.396" v="793" actId="103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5:42.721" v="2156" actId="103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24:45.396" v="793" actId="103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5:50.861" v="2169" actId="1037"/>
          <ac:spMkLst>
            <pc:docMk/>
            <pc:sldMk cId="0" sldId="259"/>
            <ac:spMk id="33" creationId="{00000000-0000-0000-0000-000000000000}"/>
          </ac:spMkLst>
        </pc:spChg>
        <pc:spChg chg="add mod ord">
          <ac:chgData name="Валентина Пятерева" userId="03f0d2609ae21e3a" providerId="LiveId" clId="{4AFA0C11-5126-4CCB-A2FF-B4C1F2374648}" dt="2026-09-12T17:38:10.673" v="2240" actId="167"/>
          <ac:spMkLst>
            <pc:docMk/>
            <pc:sldMk cId="0" sldId="259"/>
            <ac:spMk id="34" creationId="{2DF11B00-B786-4837-910B-FDA2CE525EE7}"/>
          </ac:spMkLst>
        </pc:spChg>
        <pc:picChg chg="mod">
          <ac:chgData name="Валентина Пятерева" userId="03f0d2609ae21e3a" providerId="LiveId" clId="{4AFA0C11-5126-4CCB-A2FF-B4C1F2374648}" dt="2026-09-12T19:50:42.218" v="2385" actId="208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42.218" v="2385" actId="208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42.218" v="2385" actId="208"/>
          <ac:picMkLst>
            <pc:docMk/>
            <pc:sldMk cId="0" sldId="259"/>
            <ac:picMk id="1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42.218" v="2385" actId="208"/>
          <ac:picMkLst>
            <pc:docMk/>
            <pc:sldMk cId="0" sldId="259"/>
            <ac:picMk id="13" creationId="{00000000-0000-0000-0000-000000000000}"/>
          </ac:picMkLst>
        </pc:picChg>
        <pc:picChg chg="mod modCrop">
          <ac:chgData name="Валентина Пятерева" userId="03f0d2609ae21e3a" providerId="LiveId" clId="{4AFA0C11-5126-4CCB-A2FF-B4C1F2374648}" dt="2026-09-12T17:16:23.987" v="2028" actId="14100"/>
          <ac:picMkLst>
            <pc:docMk/>
            <pc:sldMk cId="0" sldId="259"/>
            <ac:picMk id="1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6:33:14.947" v="801" actId="2085"/>
          <ac:picMkLst>
            <pc:docMk/>
            <pc:sldMk cId="0" sldId="259"/>
            <ac:picMk id="22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6:33:14.947" v="801" actId="2085"/>
          <ac:picMkLst>
            <pc:docMk/>
            <pc:sldMk cId="0" sldId="259"/>
            <ac:picMk id="2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6:33:14.947" v="801" actId="2085"/>
          <ac:picMkLst>
            <pc:docMk/>
            <pc:sldMk cId="0" sldId="259"/>
            <ac:picMk id="26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7:12:34.863" v="1933" actId="2085"/>
          <ac:picMkLst>
            <pc:docMk/>
            <pc:sldMk cId="0" sldId="259"/>
            <ac:picMk id="28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6:33:14.947" v="801" actId="2085"/>
          <ac:picMkLst>
            <pc:docMk/>
            <pc:sldMk cId="0" sldId="259"/>
            <ac:picMk id="3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6:33:14.947" v="801" actId="2085"/>
          <ac:picMkLst>
            <pc:docMk/>
            <pc:sldMk cId="0" sldId="259"/>
            <ac:picMk id="32" creationId="{00000000-0000-0000-0000-000000000000}"/>
          </ac:picMkLst>
        </pc:picChg>
      </pc:sldChg>
      <pc:sldChg chg="addSp modSp mod">
        <pc:chgData name="Валентина Пятерева" userId="03f0d2609ae21e3a" providerId="LiveId" clId="{4AFA0C11-5126-4CCB-A2FF-B4C1F2374648}" dt="2026-09-12T19:50:32.763" v="2384" actId="208"/>
        <pc:sldMkLst>
          <pc:docMk/>
          <pc:sldMk cId="0" sldId="260"/>
        </pc:sldMkLst>
        <pc:spChg chg="mod">
          <ac:chgData name="Валентина Пятерева" userId="03f0d2609ae21e3a" providerId="LiveId" clId="{4AFA0C11-5126-4CCB-A2FF-B4C1F2374648}" dt="2026-09-12T17:22:28.422" v="2122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58.464" v="1195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1:26.075" v="1203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39.225" v="118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39.225" v="1189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39.225" v="1189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39.225" v="1189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10.383" v="2184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39.225" v="1189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0:39.225" v="118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1:46.940" v="1209" actId="1036"/>
          <ac:spMkLst>
            <pc:docMk/>
            <pc:sldMk cId="0" sldId="260"/>
            <ac:spMk id="17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26:06.298" v="2182" actId="1038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6:35:26.201" v="822" actId="403"/>
          <ac:spMkLst>
            <pc:docMk/>
            <pc:sldMk cId="0" sldId="260"/>
            <ac:spMk id="19" creationId="{52A25A09-2413-4638-BB93-0D7101E8A813}"/>
          </ac:spMkLst>
        </pc:spChg>
        <pc:graphicFrameChg chg="mod modGraphic">
          <ac:chgData name="Валентина Пятерева" userId="03f0d2609ae21e3a" providerId="LiveId" clId="{4AFA0C11-5126-4CCB-A2FF-B4C1F2374648}" dt="2026-09-12T17:15:38.951" v="1998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  <pc:picChg chg="mod modCrop">
          <ac:chgData name="Валентина Пятерева" userId="03f0d2609ae21e3a" providerId="LiveId" clId="{4AFA0C11-5126-4CCB-A2FF-B4C1F2374648}" dt="2026-09-12T16:40:52.451" v="1193" actId="1076"/>
          <ac:picMkLst>
            <pc:docMk/>
            <pc:sldMk cId="0" sldId="260"/>
            <ac:picMk id="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32.763" v="2384" actId="208"/>
          <ac:picMkLst>
            <pc:docMk/>
            <pc:sldMk cId="0" sldId="260"/>
            <ac:picMk id="8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32.763" v="2384" actId="208"/>
          <ac:picMkLst>
            <pc:docMk/>
            <pc:sldMk cId="0" sldId="260"/>
            <ac:picMk id="11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32.763" v="2384" actId="208"/>
          <ac:picMkLst>
            <pc:docMk/>
            <pc:sldMk cId="0" sldId="260"/>
            <ac:picMk id="14" creationId="{00000000-0000-0000-0000-000000000000}"/>
          </ac:picMkLst>
        </pc:picChg>
      </pc:sldChg>
      <pc:sldChg chg="addSp modSp mod">
        <pc:chgData name="Валентина Пятерева" userId="03f0d2609ae21e3a" providerId="LiveId" clId="{4AFA0C11-5126-4CCB-A2FF-B4C1F2374648}" dt="2026-09-12T19:50:23.529" v="2383" actId="208"/>
        <pc:sldMkLst>
          <pc:docMk/>
          <pc:sldMk cId="0" sldId="261"/>
        </pc:sldMkLst>
        <pc:spChg chg="mod">
          <ac:chgData name="Валентина Пятерева" userId="03f0d2609ae21e3a" providerId="LiveId" clId="{4AFA0C11-5126-4CCB-A2FF-B4C1F2374648}" dt="2026-09-12T17:22:32.337" v="2123" actId="113"/>
          <ac:spMkLst>
            <pc:docMk/>
            <pc:sldMk cId="0" sldId="261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2:24.651" v="1212" actId="403"/>
          <ac:spMkLst>
            <pc:docMk/>
            <pc:sldMk cId="0" sldId="261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50:09.018" v="2381" actId="208"/>
          <ac:spMkLst>
            <pc:docMk/>
            <pc:sldMk cId="0" sldId="261"/>
            <ac:spMk id="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57.088" v="1241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18.341" v="2188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41.409" v="123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36.805" v="1236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50:09.018" v="2381" actId="20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36.805" v="123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25.185" v="2192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50:23.529" v="2383" actId="20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36.805" v="123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36.805" v="123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23.112" v="2190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5:05.928" v="1244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2:24.651" v="1212" actId="40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12.339" v="1232" actId="40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27.106" v="2194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12.339" v="1232" actId="40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4:12.339" v="1232" actId="404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6:42:24.651" v="1212" actId="403"/>
          <ac:spMkLst>
            <pc:docMk/>
            <pc:sldMk cId="0" sldId="261"/>
            <ac:spMk id="26" creationId="{CD35CBF1-0B6B-4AB0-A3D9-08A5433B6774}"/>
          </ac:spMkLst>
        </pc:spChg>
        <pc:graphicFrameChg chg="mod modGraphic">
          <ac:chgData name="Валентина Пятерева" userId="03f0d2609ae21e3a" providerId="LiveId" clId="{4AFA0C11-5126-4CCB-A2FF-B4C1F2374648}" dt="2026-09-12T17:12:17.846" v="1930" actId="207"/>
          <ac:graphicFrameMkLst>
            <pc:docMk/>
            <pc:sldMk cId="0" sldId="261"/>
            <ac:graphicFrameMk id="18" creationId="{00000000-0000-0000-0000-000000000000}"/>
          </ac:graphicFrameMkLst>
        </pc:graphicFrameChg>
        <pc:picChg chg="mod">
          <ac:chgData name="Валентина Пятерева" userId="03f0d2609ae21e3a" providerId="LiveId" clId="{4AFA0C11-5126-4CCB-A2FF-B4C1F2374648}" dt="2026-09-12T19:50:18.686" v="2382" actId="208"/>
          <ac:picMkLst>
            <pc:docMk/>
            <pc:sldMk cId="0" sldId="261"/>
            <ac:picMk id="2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0:18.686" v="2382" actId="208"/>
          <ac:picMkLst>
            <pc:docMk/>
            <pc:sldMk cId="0" sldId="261"/>
            <ac:picMk id="23" creationId="{00000000-0000-0000-0000-000000000000}"/>
          </ac:picMkLst>
        </pc:picChg>
      </pc:sldChg>
      <pc:sldChg chg="addSp modSp mod">
        <pc:chgData name="Валентина Пятерева" userId="03f0d2609ae21e3a" providerId="LiveId" clId="{4AFA0C11-5126-4CCB-A2FF-B4C1F2374648}" dt="2026-09-12T19:49:17.622" v="2376" actId="208"/>
        <pc:sldMkLst>
          <pc:docMk/>
          <pc:sldMk cId="0" sldId="262"/>
        </pc:sldMkLst>
        <pc:spChg chg="mod">
          <ac:chgData name="Валентина Пятерева" userId="03f0d2609ae21e3a" providerId="LiveId" clId="{4AFA0C11-5126-4CCB-A2FF-B4C1F2374648}" dt="2026-09-12T17:22:36.372" v="2124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49:28.815" v="1404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47.006" v="2205" actId="1035"/>
          <ac:spMkLst>
            <pc:docMk/>
            <pc:sldMk cId="0" sldId="262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32.416" v="2196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0:03.151" v="1423" actId="6549"/>
          <ac:spMkLst>
            <pc:docMk/>
            <pc:sldMk cId="0" sldId="262"/>
            <ac:spMk id="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7:07.365" v="222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54.228" v="2213" actId="103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6:34.063" v="2198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7:01.049" v="2220" actId="10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7:11.681" v="2222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09.523" v="2067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23.138" v="2079" actId="1036"/>
          <ac:spMkLst>
            <pc:docMk/>
            <pc:sldMk cId="0" sldId="262"/>
            <ac:spMk id="18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18:16.676" v="2073" actId="1035"/>
          <ac:spMkLst>
            <pc:docMk/>
            <pc:sldMk cId="0" sldId="262"/>
            <ac:spMk id="20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6:45:34.951" v="1256" actId="404"/>
          <ac:spMkLst>
            <pc:docMk/>
            <pc:sldMk cId="0" sldId="262"/>
            <ac:spMk id="22" creationId="{F1660173-A3F6-4085-90D8-7998C6815465}"/>
          </ac:spMkLst>
        </pc:spChg>
        <pc:graphicFrameChg chg="mod ord modGraphic">
          <ac:chgData name="Валентина Пятерева" userId="03f0d2609ae21e3a" providerId="LiveId" clId="{4AFA0C11-5126-4CCB-A2FF-B4C1F2374648}" dt="2026-09-12T17:20:42.667" v="2103" actId="14734"/>
          <ac:graphicFrameMkLst>
            <pc:docMk/>
            <pc:sldMk cId="0" sldId="262"/>
            <ac:graphicFrameMk id="21" creationId="{00000000-0000-0000-0000-000000000000}"/>
          </ac:graphicFrameMkLst>
        </pc:graphicFrameChg>
        <pc:picChg chg="mod">
          <ac:chgData name="Валентина Пятерева" userId="03f0d2609ae21e3a" providerId="LiveId" clId="{4AFA0C11-5126-4CCB-A2FF-B4C1F2374648}" dt="2026-09-12T19:49:17.622" v="2376" actId="208"/>
          <ac:picMkLst>
            <pc:docMk/>
            <pc:sldMk cId="0" sldId="262"/>
            <ac:picMk id="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17.622" v="2376" actId="208"/>
          <ac:picMkLst>
            <pc:docMk/>
            <pc:sldMk cId="0" sldId="262"/>
            <ac:picMk id="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17.622" v="2376" actId="208"/>
          <ac:picMkLst>
            <pc:docMk/>
            <pc:sldMk cId="0" sldId="262"/>
            <ac:picMk id="1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17.622" v="2376" actId="208"/>
          <ac:picMkLst>
            <pc:docMk/>
            <pc:sldMk cId="0" sldId="262"/>
            <ac:picMk id="13" creationId="{00000000-0000-0000-0000-000000000000}"/>
          </ac:picMkLst>
        </pc:picChg>
        <pc:picChg chg="mod ord modCrop">
          <ac:chgData name="Валентина Пятерева" userId="03f0d2609ae21e3a" providerId="LiveId" clId="{4AFA0C11-5126-4CCB-A2FF-B4C1F2374648}" dt="2026-09-12T16:50:23.935" v="1429" actId="1076"/>
          <ac:picMkLst>
            <pc:docMk/>
            <pc:sldMk cId="0" sldId="262"/>
            <ac:picMk id="17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6:50:51.893" v="1453" actId="14100"/>
          <ac:picMkLst>
            <pc:docMk/>
            <pc:sldMk cId="0" sldId="262"/>
            <ac:picMk id="19" creationId="{00000000-0000-0000-0000-000000000000}"/>
          </ac:picMkLst>
        </pc:picChg>
      </pc:sldChg>
      <pc:sldChg chg="addSp delSp modSp mod">
        <pc:chgData name="Валентина Пятерева" userId="03f0d2609ae21e3a" providerId="LiveId" clId="{4AFA0C11-5126-4CCB-A2FF-B4C1F2374648}" dt="2026-09-12T19:53:46.031" v="2393" actId="1076"/>
        <pc:sldMkLst>
          <pc:docMk/>
          <pc:sldMk cId="0" sldId="263"/>
        </pc:sldMkLst>
        <pc:spChg chg="mod">
          <ac:chgData name="Валентина Пятерева" userId="03f0d2609ae21e3a" providerId="LiveId" clId="{4AFA0C11-5126-4CCB-A2FF-B4C1F2374648}" dt="2026-09-12T17:22:42.671" v="2127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31.666" v="2080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8:42.540" v="1556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8:42.540" v="1556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8:42.540" v="1556" actId="1410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8:42.540" v="1556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18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8:42.540" v="1556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2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2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6:58:42.540" v="1556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2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9:04.898" v="2375" actId="1038"/>
          <ac:spMkLst>
            <pc:docMk/>
            <pc:sldMk cId="0" sldId="263"/>
            <ac:spMk id="2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53:46.031" v="2393" actId="1076"/>
          <ac:spMkLst>
            <pc:docMk/>
            <pc:sldMk cId="0" sldId="263"/>
            <ac:spMk id="28" creationId="{00000000-0000-0000-0000-000000000000}"/>
          </ac:spMkLst>
        </pc:spChg>
        <pc:spChg chg="del mod">
          <ac:chgData name="Валентина Пятерева" userId="03f0d2609ae21e3a" providerId="LiveId" clId="{4AFA0C11-5126-4CCB-A2FF-B4C1F2374648}" dt="2026-09-12T19:53:37.735" v="2391" actId="478"/>
          <ac:spMkLst>
            <pc:docMk/>
            <pc:sldMk cId="0" sldId="263"/>
            <ac:spMk id="3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47.155" v="2084" actId="403"/>
          <ac:spMkLst>
            <pc:docMk/>
            <pc:sldMk cId="0" sldId="263"/>
            <ac:spMk id="31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18:43.309" v="2083" actId="403"/>
          <ac:spMkLst>
            <pc:docMk/>
            <pc:sldMk cId="0" sldId="263"/>
            <ac:spMk id="3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00:08.243" v="1593" actId="1036"/>
          <ac:spMkLst>
            <pc:docMk/>
            <pc:sldMk cId="0" sldId="263"/>
            <ac:spMk id="34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6:59:32.874" v="1571" actId="14100"/>
          <ac:spMkLst>
            <pc:docMk/>
            <pc:sldMk cId="0" sldId="263"/>
            <ac:spMk id="35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6:59:32.874" v="1571" actId="14100"/>
          <ac:spMkLst>
            <pc:docMk/>
            <pc:sldMk cId="0" sldId="263"/>
            <ac:spMk id="3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40.504" v="2082" actId="403"/>
          <ac:spMkLst>
            <pc:docMk/>
            <pc:sldMk cId="0" sldId="263"/>
            <ac:spMk id="37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6:51:10.374" v="1458" actId="403"/>
          <ac:spMkLst>
            <pc:docMk/>
            <pc:sldMk cId="0" sldId="263"/>
            <ac:spMk id="38" creationId="{A1AB2358-75AA-4FF1-8958-BE3755190097}"/>
          </ac:spMkLst>
        </pc:spChg>
        <pc:graphicFrameChg chg="mod modGraphic">
          <ac:chgData name="Валентина Пятерева" userId="03f0d2609ae21e3a" providerId="LiveId" clId="{4AFA0C11-5126-4CCB-A2FF-B4C1F2374648}" dt="2026-09-12T16:58:09.006" v="1550" actId="403"/>
          <ac:graphicFrameMkLst>
            <pc:docMk/>
            <pc:sldMk cId="0" sldId="263"/>
            <ac:graphicFrameMk id="32" creationId="{00000000-0000-0000-0000-000000000000}"/>
          </ac:graphicFrameMkLst>
        </pc:graphicFrameChg>
        <pc:picChg chg="mod">
          <ac:chgData name="Валентина Пятерева" userId="03f0d2609ae21e3a" providerId="LiveId" clId="{4AFA0C11-5126-4CCB-A2FF-B4C1F2374648}" dt="2026-09-12T19:48:48.924" v="2371" actId="14100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8:36.424" v="2369" actId="208"/>
          <ac:picMkLst>
            <pc:docMk/>
            <pc:sldMk cId="0" sldId="263"/>
            <ac:picMk id="8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8:36.424" v="2369" actId="208"/>
          <ac:picMkLst>
            <pc:docMk/>
            <pc:sldMk cId="0" sldId="263"/>
            <ac:picMk id="12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8:36.424" v="2369" actId="208"/>
          <ac:picMkLst>
            <pc:docMk/>
            <pc:sldMk cId="0" sldId="263"/>
            <ac:picMk id="16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8:36.424" v="2369" actId="208"/>
          <ac:picMkLst>
            <pc:docMk/>
            <pc:sldMk cId="0" sldId="263"/>
            <ac:picMk id="20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8:36.424" v="2369" actId="208"/>
          <ac:picMkLst>
            <pc:docMk/>
            <pc:sldMk cId="0" sldId="263"/>
            <ac:picMk id="24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53:42.135" v="2392" actId="1076"/>
          <ac:picMkLst>
            <pc:docMk/>
            <pc:sldMk cId="0" sldId="263"/>
            <ac:picMk id="29" creationId="{00000000-0000-0000-0000-000000000000}"/>
          </ac:picMkLst>
        </pc:picChg>
      </pc:sldChg>
      <pc:sldChg chg="addSp modSp mod">
        <pc:chgData name="Валентина Пятерева" userId="03f0d2609ae21e3a" providerId="LiveId" clId="{4AFA0C11-5126-4CCB-A2FF-B4C1F2374648}" dt="2026-09-12T19:49:26.502" v="2377" actId="208"/>
        <pc:sldMkLst>
          <pc:docMk/>
          <pc:sldMk cId="0" sldId="264"/>
        </pc:sldMkLst>
        <pc:spChg chg="mod">
          <ac:chgData name="Валентина Пятерева" userId="03f0d2609ae21e3a" providerId="LiveId" clId="{4AFA0C11-5126-4CCB-A2FF-B4C1F2374648}" dt="2026-09-12T17:22:48.031" v="2128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53.808" v="2085" actId="403"/>
          <ac:spMkLst>
            <pc:docMk/>
            <pc:sldMk cId="0" sldId="264"/>
            <ac:spMk id="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55.584" v="2086" actId="403"/>
          <ac:spMkLst>
            <pc:docMk/>
            <pc:sldMk cId="0" sldId="264"/>
            <ac:spMk id="5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58.773" v="2088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8:57.197" v="2087" actId="403"/>
          <ac:spMkLst>
            <pc:docMk/>
            <pc:sldMk cId="0" sldId="264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1:48.266" v="1927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1:48.266" v="1927" actId="10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1:48.266" v="1927" actId="10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7:31.153" v="2234" actId="20577"/>
          <ac:spMkLst>
            <pc:docMk/>
            <pc:sldMk cId="0" sldId="264"/>
            <ac:spMk id="15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06:28.190" v="1737" actId="1035"/>
          <ac:spMkLst>
            <pc:docMk/>
            <pc:sldMk cId="0" sldId="264"/>
            <ac:spMk id="17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06:53.993" v="1767" actId="1036"/>
          <ac:spMkLst>
            <pc:docMk/>
            <pc:sldMk cId="0" sldId="264"/>
            <ac:spMk id="18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06:28.190" v="1737" actId="1035"/>
          <ac:spMkLst>
            <pc:docMk/>
            <pc:sldMk cId="0" sldId="264"/>
            <ac:spMk id="20" creationId="{00000000-0000-0000-0000-000000000000}"/>
          </ac:spMkLst>
        </pc:spChg>
        <pc:spChg chg="mod ord">
          <ac:chgData name="Валентина Пятерева" userId="03f0d2609ae21e3a" providerId="LiveId" clId="{4AFA0C11-5126-4CCB-A2FF-B4C1F2374648}" dt="2026-09-12T17:06:53.993" v="1767" actId="1036"/>
          <ac:spMkLst>
            <pc:docMk/>
            <pc:sldMk cId="0" sldId="264"/>
            <ac:spMk id="21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7:03:10.747" v="1615" actId="1076"/>
          <ac:spMkLst>
            <pc:docMk/>
            <pc:sldMk cId="0" sldId="264"/>
            <ac:spMk id="22" creationId="{5E5D4832-0306-4FF8-9505-4D1133B3CEF1}"/>
          </ac:spMkLst>
        </pc:spChg>
        <pc:graphicFrameChg chg="mod modGraphic">
          <ac:chgData name="Валентина Пятерева" userId="03f0d2609ae21e3a" providerId="LiveId" clId="{4AFA0C11-5126-4CCB-A2FF-B4C1F2374648}" dt="2026-09-12T17:07:14.031" v="1771" actId="14100"/>
          <ac:graphicFrameMkLst>
            <pc:docMk/>
            <pc:sldMk cId="0" sldId="264"/>
            <ac:graphicFrameMk id="10" creationId="{00000000-0000-0000-0000-000000000000}"/>
          </ac:graphicFrameMkLst>
        </pc:graphicFrameChg>
        <pc:picChg chg="mod">
          <ac:chgData name="Валентина Пятерева" userId="03f0d2609ae21e3a" providerId="LiveId" clId="{4AFA0C11-5126-4CCB-A2FF-B4C1F2374648}" dt="2026-09-12T17:07:24.186" v="1773" actId="1076"/>
          <ac:picMkLst>
            <pc:docMk/>
            <pc:sldMk cId="0" sldId="264"/>
            <ac:picMk id="4" creationId="{00000000-0000-0000-0000-000000000000}"/>
          </ac:picMkLst>
        </pc:picChg>
        <pc:picChg chg="mod modCrop">
          <ac:chgData name="Валентина Пятерева" userId="03f0d2609ae21e3a" providerId="LiveId" clId="{4AFA0C11-5126-4CCB-A2FF-B4C1F2374648}" dt="2026-09-12T17:05:10.258" v="1688" actId="14100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26.502" v="2377" actId="208"/>
          <ac:picMkLst>
            <pc:docMk/>
            <pc:sldMk cId="0" sldId="264"/>
            <ac:picMk id="8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26.502" v="2377" actId="208"/>
          <ac:picMkLst>
            <pc:docMk/>
            <pc:sldMk cId="0" sldId="264"/>
            <ac:picMk id="13" creationId="{00000000-0000-0000-0000-000000000000}"/>
          </ac:picMkLst>
        </pc:picChg>
        <pc:picChg chg="mod ord">
          <ac:chgData name="Валентина Пятерева" userId="03f0d2609ae21e3a" providerId="LiveId" clId="{4AFA0C11-5126-4CCB-A2FF-B4C1F2374648}" dt="2026-09-12T19:49:26.502" v="2377" actId="208"/>
          <ac:picMkLst>
            <pc:docMk/>
            <pc:sldMk cId="0" sldId="264"/>
            <ac:picMk id="16" creationId="{00000000-0000-0000-0000-000000000000}"/>
          </ac:picMkLst>
        </pc:picChg>
        <pc:picChg chg="mod ord">
          <ac:chgData name="Валентина Пятерева" userId="03f0d2609ae21e3a" providerId="LiveId" clId="{4AFA0C11-5126-4CCB-A2FF-B4C1F2374648}" dt="2026-09-12T19:49:26.502" v="2377" actId="208"/>
          <ac:picMkLst>
            <pc:docMk/>
            <pc:sldMk cId="0" sldId="264"/>
            <ac:picMk id="19" creationId="{00000000-0000-0000-0000-000000000000}"/>
          </ac:picMkLst>
        </pc:picChg>
      </pc:sldChg>
      <pc:sldChg chg="addSp delSp modSp mod">
        <pc:chgData name="Валентина Пятерева" userId="03f0d2609ae21e3a" providerId="LiveId" clId="{4AFA0C11-5126-4CCB-A2FF-B4C1F2374648}" dt="2026-09-12T19:49:50.686" v="2380" actId="208"/>
        <pc:sldMkLst>
          <pc:docMk/>
          <pc:sldMk cId="0" sldId="265"/>
        </pc:sldMkLst>
        <pc:spChg chg="mod">
          <ac:chgData name="Валентина Пятерева" userId="03f0d2609ae21e3a" providerId="LiveId" clId="{4AFA0C11-5126-4CCB-A2FF-B4C1F2374648}" dt="2026-09-12T17:22:55.640" v="2129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1:22.182" v="1908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1:19.990" v="1907" actId="1035"/>
          <ac:spMkLst>
            <pc:docMk/>
            <pc:sldMk cId="0" sldId="265"/>
            <ac:spMk id="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1:19.990" v="1907" actId="1035"/>
          <ac:spMkLst>
            <pc:docMk/>
            <pc:sldMk cId="0" sldId="265"/>
            <ac:spMk id="7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1:19.681" v="2115" actId="1035"/>
          <ac:spMkLst>
            <pc:docMk/>
            <pc:sldMk cId="0" sldId="265"/>
            <ac:spMk id="9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21:19.681" v="2115" actId="103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0:48.862" v="1871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0:48.862" v="1871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9:48:20.477" v="2368" actId="208"/>
          <ac:spMkLst>
            <pc:docMk/>
            <pc:sldMk cId="0" sldId="265"/>
            <ac:spMk id="14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0:22.307" v="1862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Валентина Пятерева" userId="03f0d2609ae21e3a" providerId="LiveId" clId="{4AFA0C11-5126-4CCB-A2FF-B4C1F2374648}" dt="2026-09-12T17:10:22.307" v="1862" actId="1076"/>
          <ac:spMkLst>
            <pc:docMk/>
            <pc:sldMk cId="0" sldId="265"/>
            <ac:spMk id="17" creationId="{00000000-0000-0000-0000-000000000000}"/>
          </ac:spMkLst>
        </pc:spChg>
        <pc:spChg chg="del">
          <ac:chgData name="Валентина Пятерева" userId="03f0d2609ae21e3a" providerId="LiveId" clId="{4AFA0C11-5126-4CCB-A2FF-B4C1F2374648}" dt="2026-09-12T17:09:07.499" v="1800" actId="478"/>
          <ac:spMkLst>
            <pc:docMk/>
            <pc:sldMk cId="0" sldId="265"/>
            <ac:spMk id="18" creationId="{00000000-0000-0000-0000-000000000000}"/>
          </ac:spMkLst>
        </pc:spChg>
        <pc:spChg chg="add mod">
          <ac:chgData name="Валентина Пятерева" userId="03f0d2609ae21e3a" providerId="LiveId" clId="{4AFA0C11-5126-4CCB-A2FF-B4C1F2374648}" dt="2026-09-12T17:07:39.747" v="1779" actId="403"/>
          <ac:spMkLst>
            <pc:docMk/>
            <pc:sldMk cId="0" sldId="265"/>
            <ac:spMk id="19" creationId="{CD00C18E-8659-4B49-8661-82F66ED5ACAA}"/>
          </ac:spMkLst>
        </pc:spChg>
        <pc:picChg chg="mod modCrop">
          <ac:chgData name="Валентина Пятерева" userId="03f0d2609ae21e3a" providerId="LiveId" clId="{4AFA0C11-5126-4CCB-A2FF-B4C1F2374648}" dt="2026-09-12T17:10:57.388" v="1873" actId="1076"/>
          <ac:picMkLst>
            <pc:docMk/>
            <pc:sldMk cId="0" sldId="265"/>
            <ac:picMk id="3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50.686" v="2380" actId="208"/>
          <ac:picMkLst>
            <pc:docMk/>
            <pc:sldMk cId="0" sldId="265"/>
            <ac:picMk id="5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50.686" v="2380" actId="208"/>
          <ac:picMkLst>
            <pc:docMk/>
            <pc:sldMk cId="0" sldId="265"/>
            <ac:picMk id="8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9:49:50.686" v="2380" actId="208"/>
          <ac:picMkLst>
            <pc:docMk/>
            <pc:sldMk cId="0" sldId="265"/>
            <ac:picMk id="11" creationId="{00000000-0000-0000-0000-000000000000}"/>
          </ac:picMkLst>
        </pc:picChg>
        <pc:picChg chg="mod">
          <ac:chgData name="Валентина Пятерева" userId="03f0d2609ae21e3a" providerId="LiveId" clId="{4AFA0C11-5126-4CCB-A2FF-B4C1F2374648}" dt="2026-09-12T17:10:22.307" v="1862" actId="1076"/>
          <ac:picMkLst>
            <pc:docMk/>
            <pc:sldMk cId="0" sldId="265"/>
            <ac:picMk id="1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914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jpeg"/><Relationship Id="rId10" Type="http://schemas.openxmlformats.org/officeDocument/2006/relationships/image" Target="../media/image34.pn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5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5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348"/>
            <a:ext cx="2448757" cy="215801"/>
          </a:xfrm>
          <a:prstGeom prst="roundRect">
            <a:avLst>
              <a:gd name="adj" fmla="val 22130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ru-RU" sz="2400" dirty="0"/>
          </a:p>
        </p:txBody>
      </p:sp>
      <p:sp>
        <p:nvSpPr>
          <p:cNvPr id="3" name="Text 1"/>
          <p:cNvSpPr/>
          <p:nvPr/>
        </p:nvSpPr>
        <p:spPr>
          <a:xfrm>
            <a:off x="746702" y="569913"/>
            <a:ext cx="2887888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ХАКАТОН · АНАЛИТИКА</a:t>
            </a:r>
            <a:r>
              <a:rPr lang="ru-RU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ВНЕ </a:t>
            </a: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ru-RU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91964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Проблема: </a:t>
            </a:r>
            <a:r>
              <a:rPr lang="en-US" sz="3200" dirty="0" err="1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маркетинг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«чёрный ящик»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61475" y="1460664"/>
            <a:ext cx="2543111" cy="2563791"/>
          </a:xfrm>
          <a:prstGeom prst="roundRect">
            <a:avLst>
              <a:gd name="adj" fmla="val 2645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902" y="1609095"/>
            <a:ext cx="426332" cy="426343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76" y="1726372"/>
            <a:ext cx="191785" cy="1917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902" y="2157576"/>
            <a:ext cx="2394684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Бюджет без обратной связи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9902" y="2723818"/>
            <a:ext cx="2272549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Бизнес тратит бюджет на рекламу в Telegram, но не знает, какие каналы, посты и креативы реально приносят деньги.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3014" y="1460664"/>
            <a:ext cx="2543209" cy="2563791"/>
          </a:xfrm>
          <a:prstGeom prst="roundRect">
            <a:avLst>
              <a:gd name="adj" fmla="val 2645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1441" y="1609095"/>
            <a:ext cx="426332" cy="426343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8715" y="1726372"/>
            <a:ext cx="191785" cy="1917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1441" y="2157576"/>
            <a:ext cx="227264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Данные</a:t>
            </a: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</a:t>
            </a:r>
            <a:r>
              <a:rPr lang="ru-RU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-</a:t>
            </a: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только факт покупки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01441" y="2723818"/>
            <a:ext cx="2272648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данных виден только факт покупки: 795 строк, 606 покупателей, 18 продуктов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за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04.08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10.09.2026.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44650" y="1454872"/>
            <a:ext cx="2543111" cy="2563791"/>
          </a:xfrm>
          <a:prstGeom prst="roundRect">
            <a:avLst>
              <a:gd name="adj" fmla="val 2645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93077" y="1603303"/>
            <a:ext cx="426332" cy="426343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0351" y="1720580"/>
            <a:ext cx="191785" cy="1917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3077" y="2151784"/>
            <a:ext cx="227254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Этапы воронки не логируются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93077" y="2718026"/>
            <a:ext cx="2272549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Все этапы до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оплаты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реклама, переход, подписка, диалог с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менеджером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не логируются.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736189" y="1454872"/>
            <a:ext cx="2543209" cy="2563791"/>
          </a:xfrm>
          <a:prstGeom prst="roundRect">
            <a:avLst>
              <a:gd name="adj" fmla="val 2645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84616" y="1603303"/>
            <a:ext cx="426332" cy="426343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01890" y="1720580"/>
            <a:ext cx="191785" cy="1917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84616" y="2151784"/>
            <a:ext cx="227264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ROMI посчитать невозможно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884616" y="2718026"/>
            <a:ext cx="2272648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Итог: невозможно посчитать ROMI по каждому размещению, бюджет распределяется интуитивно.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61475" y="4180437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Воронка пользователя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 rotWithShape="1"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551" t="33921" r="2937" b="26211"/>
          <a:stretch/>
        </p:blipFill>
        <p:spPr>
          <a:xfrm>
            <a:off x="603063" y="4554145"/>
            <a:ext cx="6894802" cy="163605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9736" y="6329928"/>
            <a:ext cx="9317418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«Какие рекламные активности действительно приносят </a:t>
            </a:r>
            <a:r>
              <a:rPr lang="en-US" sz="1400" i="1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деньги</a:t>
            </a:r>
            <a:r>
              <a:rPr lang="en-US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</a:t>
            </a:r>
            <a:r>
              <a:rPr lang="en-US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 куда направить следующие 300 000 ₽?»</a:t>
            </a:r>
            <a:endParaRPr lang="en-US" sz="14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D57AFC0-372E-4876-B0B1-3529E5AA21B9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5648E738-CD12-4FE0-B6A4-9991D882136E}"/>
              </a:ext>
            </a:extLst>
          </p:cNvPr>
          <p:cNvSpPr/>
          <p:nvPr/>
        </p:nvSpPr>
        <p:spPr>
          <a:xfrm>
            <a:off x="7807068" y="4960151"/>
            <a:ext cx="3472330" cy="1205479"/>
          </a:xfrm>
          <a:prstGeom prst="roundRect">
            <a:avLst>
              <a:gd name="adj" fmla="val 22130"/>
            </a:avLst>
          </a:prstGeom>
          <a:solidFill>
            <a:srgbClr val="E2E4E9"/>
          </a:solidFill>
          <a:ln>
            <a:solidFill>
              <a:srgbClr val="686E7F"/>
            </a:solidFill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7E3AB86-E7B1-4151-9BAB-A59F28F3454C}"/>
              </a:ext>
            </a:extLst>
          </p:cNvPr>
          <p:cNvSpPr/>
          <p:nvPr/>
        </p:nvSpPr>
        <p:spPr>
          <a:xfrm>
            <a:off x="7978330" y="5080487"/>
            <a:ext cx="3178933" cy="93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ru-RU" sz="1050" b="1" dirty="0">
                <a:solidFill>
                  <a:srgbClr val="52586B"/>
                </a:solidFill>
              </a:rPr>
              <a:t>КОМАНДА:</a:t>
            </a:r>
            <a:r>
              <a:rPr lang="ru-RU" sz="1050" dirty="0">
                <a:solidFill>
                  <a:srgbClr val="52586B"/>
                </a:solidFill>
              </a:rPr>
              <a:t> </a:t>
            </a:r>
          </a:p>
          <a:p>
            <a:pPr>
              <a:lnSpc>
                <a:spcPct val="96000"/>
              </a:lnSpc>
            </a:pPr>
            <a:r>
              <a:rPr lang="ru-RU" sz="1050" dirty="0">
                <a:solidFill>
                  <a:srgbClr val="52586B"/>
                </a:solidFill>
              </a:rPr>
              <a:t>Даниил Горемыкин (@</a:t>
            </a:r>
            <a:r>
              <a:rPr lang="ru-RU" sz="1050" dirty="0" err="1">
                <a:solidFill>
                  <a:srgbClr val="52586B"/>
                </a:solidFill>
              </a:rPr>
              <a:t>DetrixIZ</a:t>
            </a:r>
            <a:r>
              <a:rPr lang="ru-RU" sz="1050" dirty="0">
                <a:solidFill>
                  <a:srgbClr val="52586B"/>
                </a:solidFill>
              </a:rPr>
              <a:t>) – </a:t>
            </a:r>
            <a:r>
              <a:rPr lang="ru-RU" sz="1050" dirty="0" err="1">
                <a:solidFill>
                  <a:srgbClr val="52586B"/>
                </a:solidFill>
              </a:rPr>
              <a:t>продакт</a:t>
            </a:r>
            <a:r>
              <a:rPr lang="ru-RU" sz="1050" dirty="0">
                <a:solidFill>
                  <a:srgbClr val="52586B"/>
                </a:solidFill>
              </a:rPr>
              <a:t>; </a:t>
            </a:r>
          </a:p>
          <a:p>
            <a:pPr>
              <a:lnSpc>
                <a:spcPct val="96000"/>
              </a:lnSpc>
            </a:pPr>
            <a:r>
              <a:rPr lang="ru-RU" sz="1050" dirty="0">
                <a:solidFill>
                  <a:srgbClr val="52586B"/>
                </a:solidFill>
              </a:rPr>
              <a:t>Илья Коновалов (@ilyatop1gg) – продуктовый аналитик; </a:t>
            </a:r>
          </a:p>
          <a:p>
            <a:pPr>
              <a:lnSpc>
                <a:spcPct val="96000"/>
              </a:lnSpc>
            </a:pPr>
            <a:r>
              <a:rPr lang="ru-RU" sz="1050" dirty="0">
                <a:solidFill>
                  <a:srgbClr val="52586B"/>
                </a:solidFill>
              </a:rPr>
              <a:t>Михаил </a:t>
            </a:r>
            <a:r>
              <a:rPr lang="ru-RU" sz="1050" dirty="0" err="1">
                <a:solidFill>
                  <a:srgbClr val="52586B"/>
                </a:solidFill>
              </a:rPr>
              <a:t>Турчин</a:t>
            </a:r>
            <a:r>
              <a:rPr lang="ru-RU" sz="1050" dirty="0">
                <a:solidFill>
                  <a:srgbClr val="52586B"/>
                </a:solidFill>
              </a:rPr>
              <a:t> (@pure69) – продуктовый аналитик; </a:t>
            </a:r>
          </a:p>
          <a:p>
            <a:pPr>
              <a:lnSpc>
                <a:spcPct val="96000"/>
              </a:lnSpc>
            </a:pPr>
            <a:r>
              <a:rPr lang="ru-RU" sz="1050" dirty="0">
                <a:solidFill>
                  <a:srgbClr val="52586B"/>
                </a:solidFill>
              </a:rPr>
              <a:t>Валентина Пятерева (@</a:t>
            </a:r>
            <a:r>
              <a:rPr lang="ru-RU" sz="1050" dirty="0" err="1">
                <a:solidFill>
                  <a:srgbClr val="52586B"/>
                </a:solidFill>
              </a:rPr>
              <a:t>valya_py</a:t>
            </a:r>
            <a:r>
              <a:rPr lang="ru-RU" sz="1050" dirty="0">
                <a:solidFill>
                  <a:srgbClr val="52586B"/>
                </a:solidFill>
              </a:rPr>
              <a:t>) – разработчик; </a:t>
            </a:r>
          </a:p>
          <a:p>
            <a:pPr>
              <a:lnSpc>
                <a:spcPct val="96000"/>
              </a:lnSpc>
            </a:pPr>
            <a:r>
              <a:rPr lang="ru-RU" sz="1050" dirty="0">
                <a:solidFill>
                  <a:srgbClr val="52586B"/>
                </a:solidFill>
              </a:rPr>
              <a:t>Руслан </a:t>
            </a:r>
            <a:r>
              <a:rPr lang="ru-RU" sz="1050" dirty="0" err="1">
                <a:solidFill>
                  <a:srgbClr val="52586B"/>
                </a:solidFill>
              </a:rPr>
              <a:t>Юлгушев</a:t>
            </a:r>
            <a:r>
              <a:rPr lang="ru-RU" sz="1050" dirty="0">
                <a:solidFill>
                  <a:srgbClr val="52586B"/>
                </a:solidFill>
              </a:rPr>
              <a:t> (@</a:t>
            </a:r>
            <a:r>
              <a:rPr lang="ru-RU" sz="1050" dirty="0" err="1">
                <a:solidFill>
                  <a:srgbClr val="52586B"/>
                </a:solidFill>
              </a:rPr>
              <a:t>ilscxpe</a:t>
            </a:r>
            <a:r>
              <a:rPr lang="ru-RU" sz="1050" dirty="0">
                <a:solidFill>
                  <a:srgbClr val="52586B"/>
                </a:solidFill>
              </a:rPr>
              <a:t>) – тимлид.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BA2C27D-A9C9-4C91-83E3-A614BB339131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2" name="Text 0"/>
          <p:cNvSpPr/>
          <p:nvPr/>
        </p:nvSpPr>
        <p:spPr>
          <a:xfrm>
            <a:off x="661475" y="469305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Текущие данные: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у нас есть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953790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Источники данных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87847"/>
            <a:ext cx="2621790" cy="8610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8257" y="1241080"/>
            <a:ext cx="233902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Продажи (base.xlsx)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8257" y="1467100"/>
            <a:ext cx="2339024" cy="26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795 строк, 606 уникальных покупателей, 18 курсов, период 04.08–10.09.2026.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855" y="1187847"/>
            <a:ext cx="2621889" cy="8610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14637" y="1241080"/>
            <a:ext cx="233912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Выгрузка Telegram-каналов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514637" y="1467100"/>
            <a:ext cx="233912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 каналов за 01.08–11.09.2026: текст поста, дата, просмотры, комментарии, реакции, пересылки.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13459"/>
            <a:ext cx="2621790" cy="8610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8257" y="2166691"/>
            <a:ext cx="233902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Разметка публикаций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28257" y="2392712"/>
            <a:ext cx="233902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Команда разметила 66 публикаций, из них выделено 8 постов, напрямую продвигающих курсы.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855" y="2113459"/>
            <a:ext cx="2621889" cy="8610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14637" y="2166691"/>
            <a:ext cx="233912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Mock-данные по постам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514637" y="2392712"/>
            <a:ext cx="2339123" cy="26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8 продающих постов собраны mock-данные по кликам и затратам.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39070"/>
            <a:ext cx="2621790" cy="72667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8257" y="3029548"/>
            <a:ext cx="233902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Ограничения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28257" y="3255568"/>
            <a:ext cx="2339024" cy="26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Нет истории до 04.08.2026, нет журнала затрат на рекламу, нет переписок менеджеров.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228301" y="953790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Фрагмент base.xlsx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53797"/>
              </p:ext>
            </p:extLst>
          </p:nvPr>
        </p:nvGraphicFramePr>
        <p:xfrm>
          <a:off x="6228301" y="1187846"/>
          <a:ext cx="5308269" cy="1868090"/>
        </p:xfrm>
        <a:graphic>
          <a:graphicData uri="http://schemas.openxmlformats.org/drawingml/2006/table">
            <a:tbl>
              <a:tblPr/>
              <a:tblGrid>
                <a:gridCol w="9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student_id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amount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course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timestamp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437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8 950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ML pro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2026-08-04 09:08:31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437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7 890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Аналитика старт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2026-08-04 09:35:00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443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8 475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Линейная алгебра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2026-08-04 10:14:38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480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15 695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Data Science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2026-08-04 16:17:19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131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8 745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Backend старт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2026-08-04 17:05:46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3"/>
          <p:cNvSpPr/>
          <p:nvPr/>
        </p:nvSpPr>
        <p:spPr>
          <a:xfrm>
            <a:off x="6228301" y="3141263"/>
            <a:ext cx="5917854" cy="2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Фрагмент реального обезличенного слоя продаж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661475" y="3935214"/>
            <a:ext cx="1086874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Метрики 8 продающих постов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200129"/>
              </p:ext>
            </p:extLst>
          </p:nvPr>
        </p:nvGraphicFramePr>
        <p:xfrm>
          <a:off x="661475" y="4193480"/>
          <a:ext cx="10868744" cy="1411586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8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5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Пост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Views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Clicks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Cost, ₽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Revenue, ₽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ROMI, %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Дайджест вакансий</a:t>
                      </a:r>
                      <a:endParaRPr lang="en-US" sz="1200" i="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18 193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1 200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245 000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+1 125%</a:t>
                      </a:r>
                      <a:endParaRPr lang="en-US" sz="12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Выходим на новый уровень с линейкой</a:t>
                      </a:r>
                      <a:endParaRPr lang="en-US" sz="1200" i="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35 390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2 800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50 000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480 000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+860%</a:t>
                      </a:r>
                      <a:endParaRPr lang="en-US" sz="12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Разбор экзамена на стажировку (mock)</a:t>
                      </a:r>
                      <a:endParaRPr lang="en-US" sz="1200" i="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14 195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800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15 000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8 000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C0000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−47%</a:t>
                      </a:r>
                      <a:endParaRPr lang="en-US" sz="1200" b="0" dirty="0">
                        <a:solidFill>
                          <a:srgbClr val="C00000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Как найти стажировку зарубежом (mock)</a:t>
                      </a:r>
                      <a:endParaRPr lang="en-US" sz="1200" i="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19 612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1 500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22 000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140 000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+536%</a:t>
                      </a:r>
                      <a:endParaRPr lang="en-US" sz="12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15"/>
          <p:cNvSpPr/>
          <p:nvPr/>
        </p:nvSpPr>
        <p:spPr>
          <a:xfrm>
            <a:off x="661475" y="5650490"/>
            <a:ext cx="11478330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CTR, Conversion и ROMI рассчитаны командой; </a:t>
            </a:r>
            <a:r>
              <a:rPr lang="en-US" sz="1200" i="1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строки</a:t>
            </a:r>
            <a:r>
              <a:rPr lang="en-US" sz="12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3</a:t>
            </a:r>
            <a:r>
              <a:rPr lang="ru-RU" sz="12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 </a:t>
            </a:r>
            <a:r>
              <a:rPr lang="ru-RU" sz="12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на mock-данных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661475" y="5884355"/>
            <a:ext cx="3579822" cy="755352"/>
          </a:xfrm>
          <a:prstGeom prst="roundRect">
            <a:avLst>
              <a:gd name="adj" fmla="val 5748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771109" y="5993992"/>
            <a:ext cx="310051" cy="310059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336" y="6079221"/>
            <a:ext cx="139498" cy="13950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71109" y="6368642"/>
            <a:ext cx="336055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Нет истории до 04.08.2026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4305887" y="5884355"/>
            <a:ext cx="3579822" cy="755352"/>
          </a:xfrm>
          <a:prstGeom prst="roundRect">
            <a:avLst>
              <a:gd name="adj" fmla="val 5748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4415521" y="5993992"/>
            <a:ext cx="310051" cy="310059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0748" y="6079221"/>
            <a:ext cx="139498" cy="13950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415521" y="6368642"/>
            <a:ext cx="336055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Нет журнала затрат на размещения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7950299" y="5884355"/>
            <a:ext cx="3579921" cy="755352"/>
          </a:xfrm>
          <a:prstGeom prst="roundRect">
            <a:avLst>
              <a:gd name="adj" fmla="val 5748"/>
            </a:avLst>
          </a:prstGeom>
          <a:solidFill>
            <a:srgbClr val="E2E4E9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8059933" y="5993992"/>
            <a:ext cx="310051" cy="310059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45160" y="6079221"/>
            <a:ext cx="139498" cy="13950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059933" y="6368642"/>
            <a:ext cx="336065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Нет переписок менеджеров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229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Недостающая воронка: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мы не видим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0005" y="2368053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Полная воронка пользователя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897" t="24905" r="2895" b="33339"/>
          <a:stretch/>
        </p:blipFill>
        <p:spPr>
          <a:xfrm>
            <a:off x="122334" y="2818159"/>
            <a:ext cx="6438748" cy="1605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0005" y="4494705"/>
            <a:ext cx="587380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Пользователь проходит 4 невидимых этапа до того, как появиться в данных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8753" y="1323578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Ключевые пробелы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8753" y="1674019"/>
            <a:ext cx="2573273" cy="12703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13499" y="1832570"/>
            <a:ext cx="217998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Полная воронка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913499" y="2168227"/>
            <a:ext cx="2179980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Реклама → Переход/просмотр → Основной канал → Менеджер → Оплата → Курс.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9697" y="1674019"/>
            <a:ext cx="2573273" cy="12703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4443" y="1832570"/>
            <a:ext cx="217998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Наблюдаемый этап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604443" y="2168227"/>
            <a:ext cx="217998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Сейчас наблюдаем только этап «Оплата».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8753" y="3062089"/>
            <a:ext cx="2573273" cy="14762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13499" y="3068242"/>
            <a:ext cx="217998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Невидимые этапы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13499" y="3403899"/>
            <a:ext cx="2179980" cy="823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 видим: какое касание привело пользователя, был ли переход по ссылке, подписка на канал, диалог с менеджером.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9697" y="3062089"/>
            <a:ext cx="2573273" cy="14762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4443" y="3220641"/>
            <a:ext cx="217998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Следствие 1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9604443" y="3556298"/>
            <a:ext cx="2179980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Нельзя атрибутировать покупку конкретному каналу, посту или креативу.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8753" y="4656038"/>
            <a:ext cx="2573273" cy="147627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13499" y="4814590"/>
            <a:ext cx="217998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Следствие 2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913499" y="5150247"/>
            <a:ext cx="2179980" cy="823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Невозможно оптимизировать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воронку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неизвестно, на каком этапе теряются пользователи.</a:t>
            </a:r>
            <a:endParaRPr lang="en-US" sz="12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C0DB4B6-EFCF-4194-ABD8-F46A02F75EBE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DF11B00-B786-4837-910B-FDA2CE525EE7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Measurement Architecture: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как должна выглядеть система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95512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Принципы проектирования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26471"/>
            <a:ext cx="2646098" cy="9142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620" y="1303437"/>
            <a:ext cx="24046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Принцип логирования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7620" y="1527235"/>
            <a:ext cx="24046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Каждый этап воронки логируется с привязкой к пользователю и к рекламной активности.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847" y="1226471"/>
            <a:ext cx="2739418" cy="9142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4992" y="1303437"/>
            <a:ext cx="24047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Шесть компонентов системы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94992" y="1527235"/>
            <a:ext cx="24047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Telegram collector, Tracking bot, Ad registry, User stitching, Attribution engine, ROMI calculator.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48781"/>
            <a:ext cx="2646098" cy="9142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620" y="2318127"/>
            <a:ext cx="24046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Поток данных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7620" y="2541925"/>
            <a:ext cx="24046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Реклама → Tracking link → Telegram user → Менеджер → Payment → Revenue.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847" y="2248781"/>
            <a:ext cx="2739418" cy="9142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94992" y="2318127"/>
            <a:ext cx="24047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Реальные vs синтетические данные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494992" y="2541925"/>
            <a:ext cx="24047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Система должна явно различать реальные данные и синтетические (mock).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203001" y="95889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Компоненты системы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 rotWithShape="1">
          <a:blip r:embed="rId5"/>
          <a:srcRect l="6566" t="2754" r="6189" b="2754"/>
          <a:stretch/>
        </p:blipFill>
        <p:spPr>
          <a:xfrm>
            <a:off x="6096001" y="1374894"/>
            <a:ext cx="5902960" cy="40906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03001" y="5484892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Пример события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03001" y="5809536"/>
            <a:ext cx="5643559" cy="769235"/>
          </a:xfrm>
          <a:prstGeom prst="roundRect">
            <a:avLst>
              <a:gd name="adj" fmla="val 8084"/>
            </a:avLst>
          </a:prstGeom>
          <a:solidFill>
            <a:srgbClr val="F2F2F2"/>
          </a:solidFill>
          <a:ln/>
        </p:spPr>
      </p:sp>
      <p:sp>
        <p:nvSpPr>
          <p:cNvPr id="20" name="Text 13"/>
          <p:cNvSpPr/>
          <p:nvPr/>
        </p:nvSpPr>
        <p:spPr>
          <a:xfrm>
            <a:off x="6302216" y="5831225"/>
            <a:ext cx="543359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{user_id: 'h_437', event_type: 'click', source: 'channel_X', campaign: 'sale_2026_08', placement: 'post_1889', timestamp: '2026-08-04T09:08:31Z'}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91686" y="336088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Поток данных</a:t>
            </a:r>
            <a:endParaRPr lang="en-US" sz="14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686" y="3649297"/>
            <a:ext cx="413434" cy="496094"/>
          </a:xfrm>
          <a:prstGeom prst="rect">
            <a:avLst/>
          </a:prstGeom>
          <a:ln>
            <a:noFill/>
          </a:ln>
        </p:spPr>
      </p:pic>
      <p:sp>
        <p:nvSpPr>
          <p:cNvPr id="23" name="Text 15"/>
          <p:cNvSpPr/>
          <p:nvPr/>
        </p:nvSpPr>
        <p:spPr>
          <a:xfrm>
            <a:off x="1146394" y="3731947"/>
            <a:ext cx="487886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Реклама</a:t>
            </a:r>
            <a:endParaRPr lang="en-US" sz="1200" b="1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686" y="4145391"/>
            <a:ext cx="413434" cy="496094"/>
          </a:xfrm>
          <a:prstGeom prst="rect">
            <a:avLst/>
          </a:prstGeom>
          <a:ln>
            <a:noFill/>
          </a:ln>
        </p:spPr>
      </p:pic>
      <p:sp>
        <p:nvSpPr>
          <p:cNvPr id="25" name="Text 16"/>
          <p:cNvSpPr/>
          <p:nvPr/>
        </p:nvSpPr>
        <p:spPr>
          <a:xfrm>
            <a:off x="1146394" y="4228040"/>
            <a:ext cx="487886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Tracking link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686" y="4641485"/>
            <a:ext cx="413434" cy="496094"/>
          </a:xfrm>
          <a:prstGeom prst="rect">
            <a:avLst/>
          </a:prstGeom>
          <a:ln>
            <a:noFill/>
          </a:ln>
        </p:spPr>
      </p:pic>
      <p:sp>
        <p:nvSpPr>
          <p:cNvPr id="27" name="Text 17"/>
          <p:cNvSpPr/>
          <p:nvPr/>
        </p:nvSpPr>
        <p:spPr>
          <a:xfrm>
            <a:off x="1146394" y="4724134"/>
            <a:ext cx="487886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Telegram user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686" y="5137579"/>
            <a:ext cx="413434" cy="496094"/>
          </a:xfrm>
          <a:prstGeom prst="rect">
            <a:avLst/>
          </a:prstGeom>
          <a:ln>
            <a:noFill/>
          </a:ln>
        </p:spPr>
      </p:pic>
      <p:sp>
        <p:nvSpPr>
          <p:cNvPr id="29" name="Text 18"/>
          <p:cNvSpPr/>
          <p:nvPr/>
        </p:nvSpPr>
        <p:spPr>
          <a:xfrm>
            <a:off x="1155359" y="5220228"/>
            <a:ext cx="487886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Менеджер</a:t>
            </a:r>
            <a:endParaRPr lang="en-US" sz="1200" b="1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686" y="5633672"/>
            <a:ext cx="413434" cy="496094"/>
          </a:xfrm>
          <a:prstGeom prst="rect">
            <a:avLst/>
          </a:prstGeom>
          <a:ln>
            <a:noFill/>
          </a:ln>
        </p:spPr>
      </p:pic>
      <p:sp>
        <p:nvSpPr>
          <p:cNvPr id="31" name="Text 19"/>
          <p:cNvSpPr/>
          <p:nvPr/>
        </p:nvSpPr>
        <p:spPr>
          <a:xfrm>
            <a:off x="1146394" y="5716322"/>
            <a:ext cx="487886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Payment</a:t>
            </a:r>
            <a:endParaRPr lang="en-US" sz="12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686" y="6129766"/>
            <a:ext cx="413434" cy="496094"/>
          </a:xfrm>
          <a:prstGeom prst="rect">
            <a:avLst/>
          </a:prstGeom>
          <a:ln>
            <a:noFill/>
          </a:ln>
        </p:spPr>
      </p:pic>
      <p:sp>
        <p:nvSpPr>
          <p:cNvPr id="33" name="Text 20"/>
          <p:cNvSpPr/>
          <p:nvPr/>
        </p:nvSpPr>
        <p:spPr>
          <a:xfrm>
            <a:off x="1137684" y="6212415"/>
            <a:ext cx="487886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Revenue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9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Attribution: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как распределять ценность покупки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430" y="1113730"/>
            <a:ext cx="5317794" cy="279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Пример цепочки касаний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rcRect l="2991" t="38864" r="5065" b="34983"/>
          <a:stretch/>
        </p:blipFill>
        <p:spPr>
          <a:xfrm>
            <a:off x="382393" y="1469810"/>
            <a:ext cx="8706887" cy="1393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0" y="2854674"/>
            <a:ext cx="1903606" cy="326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Модели атрибуции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469032"/>
              </p:ext>
            </p:extLst>
          </p:nvPr>
        </p:nvGraphicFramePr>
        <p:xfrm>
          <a:off x="5252720" y="3290300"/>
          <a:ext cx="6709286" cy="2935826"/>
        </p:xfrm>
        <a:graphic>
          <a:graphicData uri="http://schemas.openxmlformats.org/drawingml/2006/table">
            <a:tbl>
              <a:tblPr/>
              <a:tblGrid>
                <a:gridCol w="147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5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Модель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Логика распределения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применять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Last touch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100% последнему касанию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Простая, но недооценивает верх воронки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First touch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100% первому касанию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Переоценивает верх воронки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Linear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Поровну между касаниями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Нейтральный baseline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Time decay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Больше веса ближе к покупке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важно время до конверсии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Position based</a:t>
                      </a:r>
                      <a:endParaRPr lang="en-US" sz="12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40% первому, 40% последнему, </a:t>
                      </a:r>
                      <a:endParaRPr lang="ru-RU" sz="1200" b="0" dirty="0">
                        <a:solidFill>
                          <a:srgbClr val="F97316"/>
                        </a:solidFill>
                        <a:latin typeface="Funnel Sans" pitchFamily="34" charset="0"/>
                        <a:ea typeface="Funnel Sans" pitchFamily="34" charset="-122"/>
                        <a:cs typeface="Funnel Sans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20% остальным</a:t>
                      </a:r>
                      <a:endParaRPr lang="en-US" sz="12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Рекомендация команды</a:t>
                      </a:r>
                      <a:endParaRPr lang="en-US" sz="12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2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Собственная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Правила на основе промокодов и ссылок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есть достоверный сигнал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25044" marR="125044" marT="8304" marB="8304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430" y="2895826"/>
            <a:ext cx="4443606" cy="28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Ключевые принципы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430" y="3290300"/>
            <a:ext cx="4443606" cy="10252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365985"/>
            <a:ext cx="4220256" cy="50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Множественные касания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61475" y="3683386"/>
            <a:ext cx="4220256" cy="82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Одна покупка может иметь несколько маркетинговых касаний: реклама → основной канал → нативный пост → скидка → покупка.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430" y="4417721"/>
            <a:ext cx="4443606" cy="8384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520812"/>
            <a:ext cx="4220256" cy="50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Attribution window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61475" y="4760007"/>
            <a:ext cx="4220256" cy="50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дней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по данным о времени между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публикацией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поста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покупкой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430" y="5366684"/>
            <a:ext cx="4443606" cy="83843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475" y="5443129"/>
            <a:ext cx="4220256" cy="509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Органические покупки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61475" y="5722966"/>
            <a:ext cx="4220256" cy="41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Обязательно разделять органические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покупки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(без касаний) и атрибутированные.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816696" y="6273971"/>
            <a:ext cx="7145310" cy="201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Рекомендация</a:t>
            </a:r>
            <a:endParaRPr lang="en-US" sz="16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2A25A09-2413-4638-BB93-0D7101E8A813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/>
          </a:p>
        </p:txBody>
      </p:sp>
      <p:sp>
        <p:nvSpPr>
          <p:cNvPr id="18" name="Text 11"/>
          <p:cNvSpPr/>
          <p:nvPr/>
        </p:nvSpPr>
        <p:spPr>
          <a:xfrm>
            <a:off x="3738285" y="6526891"/>
            <a:ext cx="8394053" cy="248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Position based (40% первому касанию, 40% последнему, 20% </a:t>
            </a:r>
            <a:r>
              <a:rPr lang="ru-RU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всем промежуточным) или time decay.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088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ROMI: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как считать окупаемость рекламы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252835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Базовая формула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61475" y="1621234"/>
            <a:ext cx="6623245" cy="734219"/>
          </a:xfrm>
          <a:prstGeom prst="roundRect">
            <a:avLst>
              <a:gd name="adj" fmla="val 8278"/>
            </a:avLst>
          </a:prstGeom>
          <a:solidFill>
            <a:srgbClr val="E2E4E9"/>
          </a:solidFill>
          <a:ln>
            <a:solidFill>
              <a:srgbClr val="F97316"/>
            </a:solidFill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1816100"/>
            <a:ext cx="180871" cy="1446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1661" y="1771253"/>
            <a:ext cx="584873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ROMI = (Attributed Revenue − Marketing Cost) / Marketing Cost × 100%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1475" y="2497832"/>
            <a:ext cx="5257867" cy="734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Attributed Revenue </a:t>
            </a:r>
            <a:r>
              <a:rPr lang="ru-RU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выручка, приписанная кампании; Marketing Cost </a:t>
            </a:r>
            <a:r>
              <a:rPr lang="ru-RU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затраты на размещение.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4174" y="4430692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Два подхода к ROMI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55125" y="4914821"/>
            <a:ext cx="5257867" cy="1305917"/>
          </a:xfrm>
          <a:prstGeom prst="roundRect">
            <a:avLst>
              <a:gd name="adj" fmla="val 4654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1475" y="4921171"/>
            <a:ext cx="2622584" cy="1293217"/>
          </a:xfrm>
          <a:custGeom>
            <a:avLst/>
            <a:gdLst/>
            <a:ahLst/>
            <a:cxnLst/>
            <a:rect l="l" t="t" r="r" b="b"/>
            <a:pathLst>
              <a:path w="2622584" h="1293217">
                <a:moveTo>
                  <a:pt x="50651" y="0"/>
                </a:moveTo>
                <a:lnTo>
                  <a:pt x="2622584" y="0"/>
                </a:lnTo>
                <a:lnTo>
                  <a:pt x="2622584" y="1293217"/>
                </a:lnTo>
                <a:lnTo>
                  <a:pt x="50651" y="1293217"/>
                </a:lnTo>
                <a:arcTo wR="50651" hR="50652" stAng="5400000" swAng="5400000"/>
                <a:lnTo>
                  <a:pt x="0" y="50652"/>
                </a:lnTo>
                <a:arcTo wR="50651" hR="50652" stAng="10800000" swAng="5400000"/>
                <a:close/>
              </a:path>
            </a:pathLst>
          </a:custGeom>
          <a:solidFill>
            <a:srgbClr val="E2E4E9"/>
          </a:solidFill>
          <a:ln>
            <a:solidFill>
              <a:srgbClr val="F97316"/>
            </a:solidFill>
          </a:ln>
        </p:spPr>
      </p:sp>
      <p:sp>
        <p:nvSpPr>
          <p:cNvPr id="11" name="Text 8"/>
          <p:cNvSpPr/>
          <p:nvPr/>
        </p:nvSpPr>
        <p:spPr>
          <a:xfrm>
            <a:off x="806132" y="5065832"/>
            <a:ext cx="233326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ROMI_attr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6132" y="5418455"/>
            <a:ext cx="233326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атрибуции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кому приписали продажу.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84058" y="4921171"/>
            <a:ext cx="2622584" cy="1293217"/>
          </a:xfrm>
          <a:custGeom>
            <a:avLst/>
            <a:gdLst/>
            <a:ahLst/>
            <a:cxnLst/>
            <a:rect l="l" t="t" r="r" b="b"/>
            <a:pathLst>
              <a:path w="2622584" h="1293217">
                <a:moveTo>
                  <a:pt x="0" y="0"/>
                </a:moveTo>
                <a:lnTo>
                  <a:pt x="2571933" y="0"/>
                </a:lnTo>
                <a:arcTo wR="50651" hR="50652" stAng="16200000" swAng="5400000"/>
                <a:lnTo>
                  <a:pt x="2622584" y="1242565"/>
                </a:lnTo>
                <a:arcTo wR="50651" hR="50652" stAng="0" swAng="5400000"/>
                <a:lnTo>
                  <a:pt x="0" y="1293217"/>
                </a:lnTo>
                <a:lnTo>
                  <a:pt x="0" y="0"/>
                </a:lnTo>
                <a:close/>
              </a:path>
            </a:pathLst>
          </a:custGeom>
          <a:solidFill>
            <a:srgbClr val="FDCBA9"/>
          </a:solidFill>
          <a:ln>
            <a:solidFill>
              <a:srgbClr val="686E7F"/>
            </a:solidFill>
          </a:ln>
        </p:spPr>
      </p:sp>
      <p:sp>
        <p:nvSpPr>
          <p:cNvPr id="14" name="Shape 11"/>
          <p:cNvSpPr/>
          <p:nvPr/>
        </p:nvSpPr>
        <p:spPr>
          <a:xfrm>
            <a:off x="3284058" y="4921171"/>
            <a:ext cx="19050" cy="1293217"/>
          </a:xfrm>
          <a:prstGeom prst="roundRect">
            <a:avLst>
              <a:gd name="adj" fmla="val 49999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5" name="Text 12"/>
          <p:cNvSpPr/>
          <p:nvPr/>
        </p:nvSpPr>
        <p:spPr>
          <a:xfrm>
            <a:off x="3428716" y="5065832"/>
            <a:ext cx="233326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86E7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ROMI_inc</a:t>
            </a:r>
            <a:endParaRPr lang="en-US" sz="1600" dirty="0">
              <a:solidFill>
                <a:srgbClr val="686E7F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28716" y="5418455"/>
            <a:ext cx="2333269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686E7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 </a:t>
            </a:r>
            <a:r>
              <a:rPr lang="en-US" sz="1200" dirty="0" err="1">
                <a:solidFill>
                  <a:srgbClr val="686E7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инкрементальности</a:t>
            </a:r>
            <a:r>
              <a:rPr lang="en-US" sz="1200" dirty="0">
                <a:solidFill>
                  <a:srgbClr val="686E7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686E7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686E7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что реклама реально добавила (требует эксперимента).</a:t>
            </a:r>
            <a:endParaRPr lang="en-US" sz="1200" dirty="0">
              <a:solidFill>
                <a:srgbClr val="686E7F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28560" y="1252835"/>
            <a:ext cx="4008010" cy="20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Пример расчёта по одному посту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507336"/>
              </p:ext>
            </p:extLst>
          </p:nvPr>
        </p:nvGraphicFramePr>
        <p:xfrm>
          <a:off x="7528560" y="1621234"/>
          <a:ext cx="4008010" cy="2593010"/>
        </p:xfrm>
        <a:graphic>
          <a:graphicData uri="http://schemas.openxmlformats.org/drawingml/2006/table">
            <a:tbl>
              <a:tblPr/>
              <a:tblGrid>
                <a:gridCol w="2404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Показатель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Значение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Revenue (attributed)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245 000 ₽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Marketing cost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20 000 ₽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Валовая прибыль (contribution margin 40%)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98 000 ₽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ROMI по revenue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+1 125%</a:t>
                      </a:r>
                      <a:endParaRPr lang="en-US" sz="14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ROMI по contribution margin</a:t>
                      </a:r>
                      <a:endParaRPr lang="en-US" sz="14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dirty="0">
                          <a:solidFill>
                            <a:srgbClr val="F97316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+390%</a:t>
                      </a:r>
                      <a:endParaRPr lang="en-US" sz="1400" b="0" dirty="0">
                        <a:solidFill>
                          <a:srgbClr val="F97316"/>
                        </a:solidFill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78703" y="4314726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Важно</a:t>
            </a:r>
            <a:endParaRPr lang="en-US" sz="2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703" y="4683125"/>
            <a:ext cx="2565633" cy="15484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8608" y="4846836"/>
            <a:ext cx="216202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Исторические затраты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18608" y="5199459"/>
            <a:ext cx="2162022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Исторический список затрат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отсутствует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используем mock-данные с явной маркировкой.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0937" y="4683125"/>
            <a:ext cx="2565633" cy="15484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0841" y="4846836"/>
            <a:ext cx="216202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Contribution margin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210841" y="5199459"/>
            <a:ext cx="2162022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Contribution margin важнее revenue: при расчёте учитывать переменные издержки на продукт.</a:t>
            </a:r>
            <a:endParaRPr lang="en-US" sz="12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D35CBF1-0B6B-4AB0-A3D9-08A5433B6774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4" descr="preencoded.png"/>
          <p:cNvPicPr>
            <a:picLocks noChangeAspect="1"/>
          </p:cNvPicPr>
          <p:nvPr/>
        </p:nvPicPr>
        <p:blipFill rotWithShape="1">
          <a:blip r:embed="rId3"/>
          <a:srcRect l="3137" t="15467" r="6189" b="13190"/>
          <a:stretch/>
        </p:blipFill>
        <p:spPr>
          <a:xfrm>
            <a:off x="285397" y="4339051"/>
            <a:ext cx="5629838" cy="24916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Прогноз и эксперименты: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как оценивать эффект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85397" y="1055387"/>
            <a:ext cx="5333569" cy="239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Attribution ≠ Incrementality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397" y="1437682"/>
            <a:ext cx="2646098" cy="1241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542" y="1488206"/>
            <a:ext cx="24046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Ключевое различие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1542" y="1703489"/>
            <a:ext cx="2404605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«После» не означает «из-за». Атрибуция отвечает на вопрос, кому приписана продажа.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Инкрементальность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добавила ли реклама эту продажу вообще.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3409" y="1447842"/>
            <a:ext cx="3210131" cy="1241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9554" y="1533031"/>
            <a:ext cx="3566366" cy="32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Методы </a:t>
            </a:r>
            <a:r>
              <a:rPr lang="en-US" sz="1400" dirty="0" err="1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оценки</a:t>
            </a: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</a:t>
            </a:r>
            <a:r>
              <a:rPr lang="en-US" sz="1400" dirty="0" err="1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инкрементальности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159553" y="1822838"/>
            <a:ext cx="24047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A/B тест с holdout-группой, randomised promotion, difference-in-differences (DID), synthetic control, interrupted time series.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5397" y="2777551"/>
            <a:ext cx="2646098" cy="14280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2577" y="2828076"/>
            <a:ext cx="24046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Прогноз продаж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31542" y="3043358"/>
            <a:ext cx="2404605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Короткая история (1 месяц) допускает только простые baseline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скользящее среднее, экспоненциальное сглаживание, SARIMA. Обязательный backtest на последних 2–3 неделях.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3409" y="2777551"/>
            <a:ext cx="3210131" cy="14280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159554" y="2837042"/>
            <a:ext cx="24047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Недостаток данных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159554" y="3103952"/>
            <a:ext cx="2936446" cy="465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Если данных недостаточно для надёжного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прогноза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показать это количественно (широкие доверительные интервалы, оговорка в выводах).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285396" y="4437334"/>
            <a:ext cx="44855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Схема A/B теста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573035" y="97822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Визуализация инкрементальности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83" y="1238379"/>
            <a:ext cx="5578921" cy="3770500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1660173-A3F6-4085-90D8-7998C6815465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/>
          </a:p>
        </p:txBody>
      </p:sp>
      <p:sp>
        <p:nvSpPr>
          <p:cNvPr id="20" name="Text 12"/>
          <p:cNvSpPr/>
          <p:nvPr/>
        </p:nvSpPr>
        <p:spPr>
          <a:xfrm>
            <a:off x="6553631" y="486920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Методы</a:t>
            </a: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оценки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4368"/>
              </p:ext>
            </p:extLst>
          </p:nvPr>
        </p:nvGraphicFramePr>
        <p:xfrm>
          <a:off x="6355400" y="5149679"/>
          <a:ext cx="5531800" cy="1468756"/>
        </p:xfrm>
        <a:graphic>
          <a:graphicData uri="http://schemas.openxmlformats.org/drawingml/2006/table">
            <a:tbl>
              <a:tblPr/>
              <a:tblGrid>
                <a:gridCol w="1291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Метод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Что даёт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применять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A/B test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Прямая оценка инкремента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есть трафик на сплит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DID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Оценка эффекта с учётом тренда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нельзя рандомизировать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Synthetic control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Синтетический контроль для одного региона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Когда эксперимент невозможен</a:t>
                      </a:r>
                      <a:endParaRPr lang="en-US" sz="11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MVP: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уже реализовано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009452"/>
            <a:ext cx="581162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Реализованные компоненты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0" y="1327250"/>
            <a:ext cx="5811627" cy="4960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239" y="1497807"/>
            <a:ext cx="135136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80731" y="1377775"/>
            <a:ext cx="528859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EDA продаж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80731" y="1593057"/>
            <a:ext cx="52885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Распределения по дням, повторные покупки, топ-курсы, динамика выручки.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0" y="1864618"/>
            <a:ext cx="5811627" cy="4960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239" y="2035175"/>
            <a:ext cx="135136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80731" y="1915143"/>
            <a:ext cx="528859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Парсинг и разметка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80731" y="2130425"/>
            <a:ext cx="52885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66 публикаций из 5 Telegram-каналов; выделено 8 продающих постов.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0" y="2401987"/>
            <a:ext cx="5811627" cy="4960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239" y="2572544"/>
            <a:ext cx="135136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80731" y="2452512"/>
            <a:ext cx="528859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Mock-таблица tracking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80731" y="2667794"/>
            <a:ext cx="52885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Сборка mock-таблицы с полями post_id, clicks, purchases, revenue, cost.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0" y="2939356"/>
            <a:ext cx="5811627" cy="4960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8239" y="3109913"/>
            <a:ext cx="135136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080731" y="2989881"/>
            <a:ext cx="528859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Расчёт метрик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80731" y="3205163"/>
            <a:ext cx="52885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Расчёт CTR, Conversion и ROMI для каждого из 8 постов; построен рейтинг.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0" y="3476724"/>
            <a:ext cx="5811627" cy="49609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8239" y="3647282"/>
            <a:ext cx="135136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080731" y="3527250"/>
            <a:ext cx="528859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Функция find_best_post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080731" y="3742532"/>
            <a:ext cx="52885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Функция, выбирающая наиболее эффективный пост по ROMI.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0" y="4014093"/>
            <a:ext cx="5811627" cy="49609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68239" y="4184650"/>
            <a:ext cx="135136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1080731" y="4064618"/>
            <a:ext cx="528859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Стек технологий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080731" y="4279900"/>
            <a:ext cx="528859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Python, pandas, matplotlib, Jupyter Notebook.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754935" y="1319587"/>
            <a:ext cx="5087279" cy="33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ru-RU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ROMI по четырём размещениям (пример)</a:t>
            </a:r>
            <a:endParaRPr lang="en-US" sz="16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67056" y="1461691"/>
            <a:ext cx="5333569" cy="383917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61475" y="4681836"/>
            <a:ext cx="2955485" cy="18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Фрагмент mock-таблицы tracking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107668"/>
              </p:ext>
            </p:extLst>
          </p:nvPr>
        </p:nvGraphicFramePr>
        <p:xfrm>
          <a:off x="655429" y="4962129"/>
          <a:ext cx="5333568" cy="1475284"/>
        </p:xfrm>
        <a:graphic>
          <a:graphicData uri="http://schemas.openxmlformats.org/drawingml/2006/table">
            <a:tbl>
              <a:tblPr/>
              <a:tblGrid>
                <a:gridCol w="13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8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post_id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clicks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purchases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revenue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1889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500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15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75 000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1890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800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50 000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1891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300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120 000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 24"/>
          <p:cNvSpPr/>
          <p:nvPr/>
        </p:nvSpPr>
        <p:spPr>
          <a:xfrm>
            <a:off x="6606592" y="5369603"/>
            <a:ext cx="5235622" cy="22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Функция выбора лучшего поста</a:t>
            </a:r>
            <a:endParaRPr lang="en-US" sz="1600" dirty="0"/>
          </a:p>
        </p:txBody>
      </p:sp>
      <p:sp>
        <p:nvSpPr>
          <p:cNvPr id="37" name="Text 27"/>
          <p:cNvSpPr/>
          <p:nvPr/>
        </p:nvSpPr>
        <p:spPr>
          <a:xfrm>
            <a:off x="6606592" y="6525203"/>
            <a:ext cx="5525645" cy="22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Функция выбирает лучший рекламный пост по ROMI.</a:t>
            </a:r>
            <a:endParaRPr lang="en-US" sz="1400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1AB2358-75AA-4FF1-8958-BE3755190097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600"/>
          </a:p>
        </p:txBody>
      </p:sp>
      <p:sp>
        <p:nvSpPr>
          <p:cNvPr id="35" name="Shape 25"/>
          <p:cNvSpPr/>
          <p:nvPr/>
        </p:nvSpPr>
        <p:spPr>
          <a:xfrm>
            <a:off x="6614160" y="5709499"/>
            <a:ext cx="5228054" cy="727912"/>
          </a:xfrm>
          <a:prstGeom prst="roundRect">
            <a:avLst>
              <a:gd name="adj" fmla="val 6183"/>
            </a:avLst>
          </a:prstGeom>
          <a:solidFill>
            <a:srgbClr val="F2F2F2"/>
          </a:solidFill>
          <a:ln/>
        </p:spPr>
      </p:sp>
      <p:sp>
        <p:nvSpPr>
          <p:cNvPr id="36" name="Text 26"/>
          <p:cNvSpPr/>
          <p:nvPr/>
        </p:nvSpPr>
        <p:spPr>
          <a:xfrm>
            <a:off x="6668020" y="5719845"/>
            <a:ext cx="5132605" cy="51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find_best_post(df):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df.loc[df['ROMI'].idxmax()]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661475" y="6494455"/>
            <a:ext cx="5519599" cy="32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Фрагмент mock-таблицы tracking для демонстрации логики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Рекомендации: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делать бизнесу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8851" y="123347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Распределение 300 000 ₽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8852" y="1629843"/>
            <a:ext cx="5164800" cy="35731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3652" y="1163817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Схема внедрения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 rotWithShape="1">
          <a:blip r:embed="rId4"/>
          <a:srcRect l="1766" t="26193" r="1787" b="32493"/>
          <a:stretch/>
        </p:blipFill>
        <p:spPr>
          <a:xfrm>
            <a:off x="5826275" y="1497288"/>
            <a:ext cx="6219788" cy="14987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852" y="5035321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начать собирать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47466"/>
              </p:ext>
            </p:extLst>
          </p:nvPr>
        </p:nvGraphicFramePr>
        <p:xfrm>
          <a:off x="640731" y="5360712"/>
          <a:ext cx="4970804" cy="1297530"/>
        </p:xfrm>
        <a:graphic>
          <a:graphicData uri="http://schemas.openxmlformats.org/drawingml/2006/table">
            <a:tbl>
              <a:tblPr/>
              <a:tblGrid>
                <a:gridCol w="1589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Поле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Зачем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tracking_link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Связать касание с пользователем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placement_cost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Считать ROMI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lead_start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Видеть, где теряются лиды до оплаты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user_touch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Строить attribution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promo_code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Разделять кампании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826275" y="331733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Ключевые рекомендации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275" y="3643956"/>
            <a:ext cx="3016460" cy="16134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72421" y="3739307"/>
            <a:ext cx="2741166" cy="10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Четыре обязательных элемента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972421" y="4021524"/>
            <a:ext cx="2741166" cy="1331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Начать собирать: уникальные tracking-ссылки для каждого размещения, Ad registry (канал, дата, стоимость, креатив), логирование лидов через бота, полную историю касаний пользователя.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0687" y="3643956"/>
            <a:ext cx="3016573" cy="161344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06832" y="3739307"/>
            <a:ext cx="2741280" cy="10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Два уровня оценки ROMI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9106832" y="4021525"/>
            <a:ext cx="2741280" cy="998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Для быстрой оценки использовать ROMI_attr, для </a:t>
            </a:r>
            <a:r>
              <a:rPr lang="en-US" sz="1200" dirty="0" err="1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точной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ru-RU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-</a:t>
            </a: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запустить holdout-эксперимент на 10–15% рекламного бюджета.</a:t>
            </a:r>
            <a:endParaRPr lang="en-US" sz="12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5D4832-0306-4FF8-9505-4D1133B3CEF1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6275" y="5360712"/>
            <a:ext cx="3016460" cy="129753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72421" y="5456062"/>
            <a:ext cx="2741166" cy="10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Операционный календарь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972421" y="5748440"/>
            <a:ext cx="2741166" cy="155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Внедрить операционный календарь: все акции, скидки, запуски и промокоды фиксируются заранее в одном месте.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0687" y="5360712"/>
            <a:ext cx="3016573" cy="129753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06832" y="5456062"/>
            <a:ext cx="2741280" cy="10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Обучение менеджеров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9106832" y="5748440"/>
            <a:ext cx="2741280" cy="155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Обучить менеджеров фиксировать источник лида (по ссылке или промокоду) в момент первого диалога.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0438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Итог: </a:t>
            </a:r>
            <a:r>
              <a:rPr lang="en-US" sz="3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три уровня знания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5964" t="24051" r="5835" b="21645"/>
          <a:stretch/>
        </p:blipFill>
        <p:spPr>
          <a:xfrm>
            <a:off x="143383" y="2194054"/>
            <a:ext cx="6714616" cy="2325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60362" y="949013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Детализация уровней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9" y="1399945"/>
            <a:ext cx="5109937" cy="12358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8991" y="1485940"/>
            <a:ext cx="472816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мы знаем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048991" y="1821597"/>
            <a:ext cx="499962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795 продаж, 606 покупателей, 8 продающих постов, посчитанные CTR / Conversion / ROMI, EDA и разметка постов.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9" y="2753420"/>
            <a:ext cx="5109937" cy="1064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48991" y="2867147"/>
            <a:ext cx="472816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мы оцениваем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7048991" y="3202804"/>
            <a:ext cx="4728169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Атрибуция по position based или time decay, прогноз по baseline, инкрементальность через holdout-эксперимент.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9" y="3935610"/>
            <a:ext cx="5109937" cy="14796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48991" y="4094163"/>
            <a:ext cx="472816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Что пока узнать нельзя</a:t>
            </a: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7048991" y="4429820"/>
            <a:ext cx="4728169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Реальные затраты на размещения, реальные клики без tracking-ссылок, инкрементальный эффект без эксперимента.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261139" y="5529274"/>
            <a:ext cx="11706798" cy="487860"/>
          </a:xfrm>
          <a:prstGeom prst="roundRect">
            <a:avLst>
              <a:gd name="adj" fmla="val 11742"/>
            </a:avLst>
          </a:prstGeom>
          <a:solidFill>
            <a:srgbClr val="E2E4E9"/>
          </a:solidFill>
          <a:ln>
            <a:solidFill>
              <a:srgbClr val="F97316"/>
            </a:solidFill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33" y="5699335"/>
            <a:ext cx="174422" cy="1395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7853" y="5681774"/>
            <a:ext cx="11109308" cy="157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Главный принцип работы:</a:t>
            </a: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не маскировать отсутствие данных моделью. Фиксировать пробелы и описывать, что начать собирать.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661475" y="6087479"/>
            <a:ext cx="1126908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686E7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Система измерения важнее, чем разовый ROMI</a:t>
            </a:r>
            <a:endParaRPr lang="en-US" sz="1400" dirty="0">
              <a:solidFill>
                <a:srgbClr val="686E7F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D00C18E-8659-4B49-8661-82F66ED5ACAA}"/>
              </a:ext>
            </a:extLst>
          </p:cNvPr>
          <p:cNvSpPr/>
          <p:nvPr/>
        </p:nvSpPr>
        <p:spPr>
          <a:xfrm>
            <a:off x="11071412" y="6526306"/>
            <a:ext cx="1120588" cy="3316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1523</Words>
  <Application>Microsoft Office PowerPoint</Application>
  <PresentationFormat>Широкоэкранный</PresentationFormat>
  <Paragraphs>303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Funnel Sans Bold</vt:lpstr>
      <vt:lpstr>Arial</vt:lpstr>
      <vt:lpstr>Funnel Sans</vt:lpstr>
      <vt:lpstr>Consolas</vt:lpstr>
      <vt:lpstr>Calibri</vt:lpstr>
      <vt:lpstr>Mona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Валентина Пятерева</cp:lastModifiedBy>
  <cp:revision>5</cp:revision>
  <dcterms:created xsi:type="dcterms:W3CDTF">2026-09-12T16:05:57Z</dcterms:created>
  <dcterms:modified xsi:type="dcterms:W3CDTF">2026-09-12T20:00:45Z</dcterms:modified>
</cp:coreProperties>
</file>